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1.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56bde28aed64f20" /><Relationship Type="http://schemas.openxmlformats.org/officeDocument/2006/relationships/extended-properties" Target="/docProps/app.xml" Id="R415112693c714c75" /><Relationship Type="http://schemas.openxmlformats.org/officeDocument/2006/relationships/officeDocument" Target="/ppt/presentation.xml" Id="Rd9f1a1dd12dd4af1" /></Relationships>
</file>

<file path=ppt/presentation.xml><?xml version="1.0" encoding="utf-8"?>
<p:presentation xmlns:p="http://schemas.openxmlformats.org/presentationml/2006/main">
  <p:sldMasterIdLst>
    <p:sldMasterId xmlns:r="http://schemas.openxmlformats.org/officeDocument/2006/relationships" id="2147483648" r:id="R5466a2b9479c43f2"/>
  </p:sldMasterIdLst>
  <p:notesMasterIdLst>
    <p:notesMasterId xmlns:r="http://schemas.openxmlformats.org/officeDocument/2006/relationships" r:id="Rce91eb103167445b"/>
  </p:notesMasterIdLst>
  <p:sldIdLst>
    <p:sldId xmlns:r="http://schemas.openxmlformats.org/officeDocument/2006/relationships" id="256" r:id="Rc5f2f74ce8eb47d2"/>
    <p:sldId xmlns:r="http://schemas.openxmlformats.org/officeDocument/2006/relationships" id="257" r:id="R82a99045cc724390"/>
    <p:sldId xmlns:r="http://schemas.openxmlformats.org/officeDocument/2006/relationships" id="258" r:id="R90746666c5e340d4"/>
    <p:sldId xmlns:r="http://schemas.openxmlformats.org/officeDocument/2006/relationships" id="259" r:id="Re266aa2dd8774afa"/>
    <p:sldId xmlns:r="http://schemas.openxmlformats.org/officeDocument/2006/relationships" id="260" r:id="Rcf8f5b54e22e457d"/>
    <p:sldId xmlns:r="http://schemas.openxmlformats.org/officeDocument/2006/relationships" id="261" r:id="R8f7df79b40964b2d"/>
    <p:sldId xmlns:r="http://schemas.openxmlformats.org/officeDocument/2006/relationships" id="262" r:id="R2b721c447c5d4890"/>
    <p:sldId xmlns:r="http://schemas.openxmlformats.org/officeDocument/2006/relationships" id="263" r:id="R76f70639937e496e"/>
    <p:sldId xmlns:r="http://schemas.openxmlformats.org/officeDocument/2006/relationships" id="264" r:id="Ree970847d01f4bfc"/>
    <p:sldId xmlns:r="http://schemas.openxmlformats.org/officeDocument/2006/relationships" id="265" r:id="R0d42a09eacdf48c5"/>
    <p:sldId xmlns:r="http://schemas.openxmlformats.org/officeDocument/2006/relationships" id="266" r:id="R92bdc7e7bae948f9"/>
    <p:sldId xmlns:r="http://schemas.openxmlformats.org/officeDocument/2006/relationships" id="267" r:id="R06ff2ed570e8476b"/>
    <p:sldId xmlns:r="http://schemas.openxmlformats.org/officeDocument/2006/relationships" id="268" r:id="R1f6f76cdcfee4f4e"/>
    <p:sldId xmlns:r="http://schemas.openxmlformats.org/officeDocument/2006/relationships" id="269" r:id="Rd76e3c2a59324d47"/>
    <p:sldId xmlns:r="http://schemas.openxmlformats.org/officeDocument/2006/relationships" id="270" r:id="Rbe3fab5f579a4ac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85c4174fe4b4aab" /><Relationship Type="http://schemas.openxmlformats.org/officeDocument/2006/relationships/slideMaster" Target="/ppt/slideMasters/slideMaster1.xml" Id="R5466a2b9479c43f2" /><Relationship Type="http://schemas.openxmlformats.org/officeDocument/2006/relationships/notesMaster" Target="/ppt/notesMasters/notesMaster1.xml" Id="Rce91eb103167445b" /><Relationship Type="http://schemas.openxmlformats.org/officeDocument/2006/relationships/presProps" Target="/ppt/presProps.xml" Id="R97f1395d739a46f4" /><Relationship Type="http://schemas.openxmlformats.org/officeDocument/2006/relationships/tableStyles" Target="/ppt/tableStyles.xml" Id="R206ba01cdd8b4b35" /><Relationship Type="http://schemas.openxmlformats.org/officeDocument/2006/relationships/slide" Target="/ppt/slides/slide1.xml" Id="Rc5f2f74ce8eb47d2" /><Relationship Type="http://schemas.openxmlformats.org/officeDocument/2006/relationships/slide" Target="/ppt/slides/slide2.xml" Id="R82a99045cc724390" /><Relationship Type="http://schemas.openxmlformats.org/officeDocument/2006/relationships/slide" Target="/ppt/slides/slide3.xml" Id="R90746666c5e340d4" /><Relationship Type="http://schemas.openxmlformats.org/officeDocument/2006/relationships/slide" Target="/ppt/slides/slide4.xml" Id="Re266aa2dd8774afa" /><Relationship Type="http://schemas.openxmlformats.org/officeDocument/2006/relationships/slide" Target="/ppt/slides/slide5.xml" Id="Rcf8f5b54e22e457d" /><Relationship Type="http://schemas.openxmlformats.org/officeDocument/2006/relationships/slide" Target="/ppt/slides/slide6.xml" Id="R8f7df79b40964b2d" /><Relationship Type="http://schemas.openxmlformats.org/officeDocument/2006/relationships/slide" Target="/ppt/slides/slide7.xml" Id="R2b721c447c5d4890" /><Relationship Type="http://schemas.openxmlformats.org/officeDocument/2006/relationships/slide" Target="/ppt/slides/slide8.xml" Id="R76f70639937e496e" /><Relationship Type="http://schemas.openxmlformats.org/officeDocument/2006/relationships/slide" Target="/ppt/slides/slide9.xml" Id="Ree970847d01f4bfc" /><Relationship Type="http://schemas.openxmlformats.org/officeDocument/2006/relationships/slide" Target="/ppt/slides/slide10.xml" Id="R0d42a09eacdf48c5" /><Relationship Type="http://schemas.openxmlformats.org/officeDocument/2006/relationships/slide" Target="/ppt/slides/slide11.xml" Id="R92bdc7e7bae948f9" /><Relationship Type="http://schemas.openxmlformats.org/officeDocument/2006/relationships/slide" Target="/ppt/slides/slide12.xml" Id="R06ff2ed570e8476b" /><Relationship Type="http://schemas.openxmlformats.org/officeDocument/2006/relationships/slide" Target="/ppt/slides/slide13.xml" Id="R1f6f76cdcfee4f4e" /><Relationship Type="http://schemas.openxmlformats.org/officeDocument/2006/relationships/slide" Target="/ppt/slides/slide14.xml" Id="Rd76e3c2a59324d47" /><Relationship Type="http://schemas.openxmlformats.org/officeDocument/2006/relationships/slide" Target="/ppt/slides/slide15.xml" Id="Rbe3fab5f579a4ac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18e8e27da9c495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ART Technical">
  <a:themeElements>
    <a:clrScheme name="DART Technical">
      <a:dk1>
        <a:srgbClr val="000000"/>
      </a:dk1>
      <a:lt1>
        <a:srgbClr val="FFFFFF"/>
      </a:lt1>
      <a:dk2>
        <a:srgbClr val="0E2841"/>
      </a:dk2>
      <a:lt2>
        <a:srgbClr val="E8E8E8"/>
      </a:lt2>
      <a:accent1>
        <a:srgbClr val="00A6A6"/>
      </a:accent1>
      <a:accent2>
        <a:srgbClr val="FF6B5E"/>
      </a:accent2>
      <a:accent3>
        <a:srgbClr val="27AE60"/>
      </a:accent3>
      <a:accent4>
        <a:srgbClr val="43D5C9"/>
      </a:accent4>
      <a:accent5>
        <a:srgbClr val="5E7182"/>
      </a:accent5>
      <a:accent6>
        <a:srgbClr val="F5A623"/>
      </a:accent6>
      <a:hlink>
        <a:srgbClr val="1565C0"/>
      </a:hlink>
      <a:folHlink>
        <a:srgbClr val="7B1FA2"/>
      </a:folHlink>
    </a:clrScheme>
    <a:fontScheme name="Office">
      <a:majorFont>
        <a:latin typeface="Calibri Light"/>
        <a:ea typeface="Calibri Light"/>
        <a:cs typeface="Calibri Light"/>
      </a:majorFont>
      <a:minorFont>
        <a:latin typeface="Calibri"/>
        <a:ea typeface="Calibri"/>
        <a:cs typeface="Calibri"/>
      </a:minorFont>
    </a:fontScheme>
    <a:fmtScheme name="DART Technical">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2f41b99d064474d" /><Relationship Type="http://schemas.openxmlformats.org/officeDocument/2006/relationships/notesMaster" Target="/ppt/notesMasters/notesMaster1.xml" Id="R5a2e4c4aac9f4f01" /></Relationships>
</file>

<file path=ppt/notesSlides/_rels/notesSlide2.xml.rels>&#65279;<?xml version="1.0" encoding="utf-8"?><Relationships xmlns="http://schemas.openxmlformats.org/package/2006/relationships"><Relationship Type="http://schemas.openxmlformats.org/officeDocument/2006/relationships/slide" Target="/ppt/slides/slide2.xml" Id="R2c63a435abbd43af" /><Relationship Type="http://schemas.openxmlformats.org/officeDocument/2006/relationships/notesMaster" Target="/ppt/notesMasters/notesMaster1.xml" Id="Rddee2cd2f5794eff" /></Relationships>
</file>

<file path=ppt/notesSlides/_rels/notesSlide3.xml.rels>&#65279;<?xml version="1.0" encoding="utf-8"?><Relationships xmlns="http://schemas.openxmlformats.org/package/2006/relationships"><Relationship Type="http://schemas.openxmlformats.org/officeDocument/2006/relationships/slide" Target="/ppt/slides/slide3.xml" Id="Rf6f127e420974533" /><Relationship Type="http://schemas.openxmlformats.org/officeDocument/2006/relationships/notesMaster" Target="/ppt/notesMasters/notesMaster1.xml" Id="R0a2386f193ce4345" /></Relationships>
</file>

<file path=ppt/notesSlides/_rels/notesSlide4.xml.rels>&#65279;<?xml version="1.0" encoding="utf-8"?><Relationships xmlns="http://schemas.openxmlformats.org/package/2006/relationships"><Relationship Type="http://schemas.openxmlformats.org/officeDocument/2006/relationships/slide" Target="/ppt/slides/slide4.xml" Id="R60066968d8e24bed" /><Relationship Type="http://schemas.openxmlformats.org/officeDocument/2006/relationships/notesMaster" Target="/ppt/notesMasters/notesMaster1.xml" Id="R0ddd4effd9ba4f3d" /></Relationships>
</file>

<file path=ppt/notesSlides/_rels/notesSlide5.xml.rels>&#65279;<?xml version="1.0" encoding="utf-8"?><Relationships xmlns="http://schemas.openxmlformats.org/package/2006/relationships"><Relationship Type="http://schemas.openxmlformats.org/officeDocument/2006/relationships/slide" Target="/ppt/slides/slide5.xml" Id="Rb721f54e8cd34a70" /><Relationship Type="http://schemas.openxmlformats.org/officeDocument/2006/relationships/notesMaster" Target="/ppt/notesMasters/notesMaster1.xml" Id="Re92609eae8d1467a" /></Relationships>
</file>

<file path=ppt/notesSlides/_rels/notesSlide6.xml.rels>&#65279;<?xml version="1.0" encoding="utf-8"?><Relationships xmlns="http://schemas.openxmlformats.org/package/2006/relationships"><Relationship Type="http://schemas.openxmlformats.org/officeDocument/2006/relationships/slide" Target="/ppt/slides/slide6.xml" Id="R35e3c002579c4aff" /><Relationship Type="http://schemas.openxmlformats.org/officeDocument/2006/relationships/notesMaster" Target="/ppt/notesMasters/notesMaster1.xml" Id="Rce4cb6e1679441c1" /></Relationships>
</file>

<file path=ppt/notesSlides/_rels/notesSlide7.xml.rels>&#65279;<?xml version="1.0" encoding="utf-8"?><Relationships xmlns="http://schemas.openxmlformats.org/package/2006/relationships"><Relationship Type="http://schemas.openxmlformats.org/officeDocument/2006/relationships/slide" Target="/ppt/slides/slide7.xml" Id="R1730cd56a17043fc" /><Relationship Type="http://schemas.openxmlformats.org/officeDocument/2006/relationships/notesMaster" Target="/ppt/notesMasters/notesMaster1.xml" Id="Rfb67d704bff64bec" /></Relationships>
</file>

<file path=ppt/notesSlides/_rels/notesSlide8.xml.rels>&#65279;<?xml version="1.0" encoding="utf-8"?><Relationships xmlns="http://schemas.openxmlformats.org/package/2006/relationships"><Relationship Type="http://schemas.openxmlformats.org/officeDocument/2006/relationships/slide" Target="/ppt/slides/slide8.xml" Id="Rd54ba9b626a740eb" /><Relationship Type="http://schemas.openxmlformats.org/officeDocument/2006/relationships/notesMaster" Target="/ppt/notesMasters/notesMaster1.xml" Id="R6a397bf82a2b45f5" /></Relationships>
</file>

<file path=ppt/notesSlides/_rels/notesSlide9.xml.rels>&#65279;<?xml version="1.0" encoding="utf-8"?><Relationships xmlns="http://schemas.openxmlformats.org/package/2006/relationships"><Relationship Type="http://schemas.openxmlformats.org/officeDocument/2006/relationships/slide" Target="/ppt/slides/slide9.xml" Id="R7ae333aae7844e5a" /><Relationship Type="http://schemas.openxmlformats.org/officeDocument/2006/relationships/notesMaster" Target="/ppt/notesMasters/notesMaster1.xml" Id="R82972b3ea13e42e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02794ab4bcf47c6" /><Relationship Type="http://schemas.openxmlformats.org/officeDocument/2006/relationships/notesMaster" Target="/ppt/notesMasters/notesMaster1.xml" Id="R8422b0d694e84e6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bb2fb7fa0b7490e" /><Relationship Type="http://schemas.openxmlformats.org/officeDocument/2006/relationships/notesMaster" Target="/ppt/notesMasters/notesMaster1.xml" Id="Rf6f956a8066c47a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645e55f58b84eba" /><Relationship Type="http://schemas.openxmlformats.org/officeDocument/2006/relationships/notesMaster" Target="/ppt/notesMasters/notesMaster1.xml" Id="R0c7b1e99525d4ed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5e3231fb7ab43a1" /><Relationship Type="http://schemas.openxmlformats.org/officeDocument/2006/relationships/notesMaster" Target="/ppt/notesMasters/notesMaster1.xml" Id="R4d2e062943bc488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ae5e122c82d40e1" /><Relationship Type="http://schemas.openxmlformats.org/officeDocument/2006/relationships/notesMaster" Target="/ppt/notesMasters/notesMaster1.xml" Id="Rf47d54a3a7344bf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8af9de220194d2b" /><Relationship Type="http://schemas.openxmlformats.org/officeDocument/2006/relationships/notesMaster" Target="/ppt/notesMasters/notesMaster1.xml" Id="R34272b2aae33472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เปิดด้วยประโยคเดียว: DART เป็น protocol บน UDP ที่ไม่มองข้อมูล sensor ทุกชิ้นว่ามีความสำคัญเท่ากัน จากนั้นแนะนำผู้จัดทำ เมตัส พานิช กายย์ รหัสนิสิต 6710405460 และบอกโจทย์ที่จะพิสูจน์ในเดโม</a:t>
            </a:r>
          </a:p>
          <a:p xmlns:a="http://schemas.openxmlformats.org/drawingml/2006/main">
            <a:r>
              <a:t/>
            </a:r>
          </a:p>
          <a:p xmlns:a="http://schemas.openxmlformats.org/drawingml/2006/main">
            <a:r>
              <a:t>[Sources]</a:t>
            </a:r>
          </a:p>
          <a:p xmlns:a="http://schemas.openxmlformats.org/drawingml/2006/main">
            <a:r>
              <a:t>- docs/PROTOCOL_SPEC.md</a:t>
            </a:r>
          </a:p>
          <a:p xmlns:a="http://schemas.openxmlformats.org/drawingml/2006/main">
            <a:r>
              <a:t>- Project 1: Socket Programming (course handout)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อธิบายด้วยภาษาง่าย ๆ ว่า sensor ส่งข้อมูลสามแบบ ถ้าใช้วิธีเดียวกับทุกอย่างจะเกิด trade-off ที่ไม่จำเป็น นี่คือช่องว่างที่ DART แก้ ไม่ใช่การทำ dashboard หรือ app ให้สวย</a:t>
            </a:r>
          </a:p>
          <a:p xmlns:a="http://schemas.openxmlformats.org/drawingml/2006/main">
            <a:r>
              <a:t/>
            </a:r>
          </a:p>
          <a:p xmlns:a="http://schemas.openxmlformats.org/drawingml/2006/main">
            <a:r>
              <a:t>[Sources]</a:t>
            </a:r>
          </a:p>
          <a:p xmlns:a="http://schemas.openxmlformats.org/drawingml/2006/main">
            <a:r>
              <a:t>- docs/PROTOCOL_SPEC.md</a:t>
            </a:r>
          </a:p>
          <a:p xmlns:a="http://schemas.openxmlformats.org/drawingml/2006/main">
            <a:r>
              <a:t>- 01418351 course materials (Chapters 1-2)</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ตอบคำถามเรื่อง hardware ตรงนี้: virtual sensor เป็นโปรแกรมที่สร้างอุณหภูมิ ตำแหน่ง และเหตุไฟไหม้ จากนั้นส่ง datagram จริงผ่าน localhost ดังนั้นสิ่งที่เดโมคือ protocol ไม่ใช่การปลอมหน้าจอ</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dart/simulator.py</a:t>
            </a:r>
          </a:p>
          <a:p xmlns:a="http://schemas.openxmlformats.org/drawingml/2006/main">
            <a:r>
              <a:t>- docs/DEMO_GUIDE.md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อธิบายเหตุผลเลือก UDP แบบไม่โจมตี TCP ตาม RFC 9293 TCP ให้ reliable ordered byte stream ส่วน DART ต้องการรักษา datagram boundary และเลือก ACK เฉพาะข้อความ จึงสร้าง reliability primitives เอง ข้อแลกคือ prototype ยังไม่มี congestion control และ security</a:t>
            </a:r>
          </a:p>
          <a:p xmlns:a="http://schemas.openxmlformats.org/drawingml/2006/main">
            <a:r>
              <a:t/>
            </a:r>
          </a:p>
          <a:p xmlns:a="http://schemas.openxmlformats.org/drawingml/2006/main">
            <a:r>
              <a:t>[Sources]</a:t>
            </a:r>
          </a:p>
          <a:p xmlns:a="http://schemas.openxmlformats.org/drawingml/2006/main">
            <a:r>
              <a:t>- RFC 9293 - Transmission Control Protocol: https://www.rfc-editor.org/info/rfc9293/</a:t>
            </a:r>
          </a:p>
          <a:p xmlns:a="http://schemas.openxmlformats.org/drawingml/2006/main">
            <a:r>
              <a:t>- 01418351 course materials (Chapters 2-3)</a:t>
            </a:r>
          </a:p>
          <a:p xmlns:a="http://schemas.openxmlformats.org/drawingml/2006/main">
            <a:r>
              <a:t>- docs/PROTOCOL_SPEC.md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นี่คือ slide แกนกลางของโปรเจกต์ batch ลด overhead, latest รักษาความสด ส่วน critical ใช้ ACK, timeout และ bounded retry พร้อมกด side effect ซ้ำใน duplicate cache 60 วินาที จุดเด่นคือ semantics ที่เลือกตามชนิดข้อความ ไม่ใช่ guarantee ถาวรหรือจำนวน feature</a:t>
            </a:r>
          </a:p>
          <a:p xmlns:a="http://schemas.openxmlformats.org/drawingml/2006/main">
            <a:r>
              <a:t/>
            </a:r>
          </a:p>
          <a:p xmlns:a="http://schemas.openxmlformats.org/drawingml/2006/main">
            <a:r>
              <a:t>[Sources]</a:t>
            </a:r>
          </a:p>
          <a:p xmlns:a="http://schemas.openxmlformats.org/drawingml/2006/main">
            <a:r>
              <a:t>- docs/PROTOCOL_SPEC.md (delivery classes and message rules)</a:t>
            </a:r>
          </a:p>
          <a:p xmlns:a="http://schemas.openxmlformats.org/drawingml/2006/main">
            <a:r>
              <a:t>- docs/COURSE_ALIGNMENT.md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อธิบาย header เป็นสี่กลุ่มแทนการอ่านสิบสาม field ทีละตัว เน้นว่า fixed header ทำให้ parse ง่ายและ Wireshark แสดง field ได้ status code อยู่ใน header และ payload format ขึ้นกับ msg_type</a:t>
            </a:r>
          </a:p>
          <a:p xmlns:a="http://schemas.openxmlformats.org/drawingml/2006/main">
            <a:r>
              <a:t/>
            </a:r>
          </a:p>
          <a:p xmlns:a="http://schemas.openxmlformats.org/drawingml/2006/main">
            <a:r>
              <a:t>[Sources]</a:t>
            </a:r>
          </a:p>
          <a:p xmlns:a="http://schemas.openxmlformats.org/drawingml/2006/main">
            <a:r>
              <a:t>- docs/PROTOCOL_SPEC.md (wire format and payloads)</a:t>
            </a:r>
          </a:p>
          <a:p xmlns:a="http://schemas.openxmlformats.org/drawingml/2006/main">
            <a:r>
              <a:t>- dart/protocol.py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ชี้ request และ response ที่อาจารย์ขอให้มี พร้อมอ่าน status code กับ status phrase ตัวอย่างหนึ่งชุด ย้ำว่า DATA_BATCH และ LATEST_UPDATE ใน strict DART ไม่ตอบ ACK เพราะเป็น policy ที่ตั้งใจ</a:t>
            </a:r>
          </a:p>
          <a:p xmlns:a="http://schemas.openxmlformats.org/drawingml/2006/main">
            <a:r>
              <a:t/>
            </a:r>
          </a:p>
          <a:p xmlns:a="http://schemas.openxmlformats.org/drawingml/2006/main">
            <a:r>
              <a:t>[Sources]</a:t>
            </a:r>
          </a:p>
          <a:p xmlns:a="http://schemas.openxmlformats.org/drawingml/2006/main">
            <a:r>
              <a:t>- docs/PROTOCOL_SPEC.md (message catalog and status codes)</a:t>
            </a:r>
          </a:p>
          <a:p xmlns:a="http://schemas.openxmlformats.org/drawingml/2006/main">
            <a:r>
              <a:t>- Project 1: Socket Programming (course handout)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เล่า timeline จากบนลงล่าง Server รับ critical ครั้งแรกและ process แล้ว แต่ ACK ถูกบังคับไม่ให้ส่งก่อน sendto Client timeout และส่ง sequence เดิม Server เห็น duplicate จึงไม่ทำ side effect ซ้ำภายใน duplicate cache 60 วินาที และตอบ 409 ให้ client ยืนยันสำเร็จ นี่คือ process-once ภายใน cache window ไม่ใช่ exactly-once ตลอดกาล</a:t>
            </a:r>
          </a:p>
          <a:p xmlns:a="http://schemas.openxmlformats.org/drawingml/2006/main">
            <a:r>
              <a:t/>
            </a:r>
          </a:p>
          <a:p xmlns:a="http://schemas.openxmlformats.org/drawingml/2006/main">
            <a:r>
              <a:t>[Sources]</a:t>
            </a:r>
          </a:p>
          <a:p xmlns:a="http://schemas.openxmlformats.org/drawingml/2006/main">
            <a:r>
              <a:t>- docs/PROTOCOL_SPEC.md (reliable flow and duplicate-cache scope)</a:t>
            </a:r>
          </a:p>
          <a:p xmlns:a="http://schemas.openxmlformats.org/drawingml/2006/main">
            <a:r>
              <a:t>- dart/client.py</a:t>
            </a:r>
          </a:p>
          <a:p xmlns:a="http://schemas.openxmlformats.org/drawingml/2006/main">
            <a:r>
              <a:t>- dart/server.py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อธิบาย multiplexing/demultiplexing: UDP destination port เดียวเข้า receiver เดียว จากนั้น DART แยก logical state ด้วย session และ sensor ล่าสุดยังแยก session ด้วย จึงไม่ปะปนกันแม้ client เลือก sensor ID ซ้ำ</a:t>
            </a:r>
          </a:p>
          <a:p xmlns:a="http://schemas.openxmlformats.org/drawingml/2006/main">
            <a:r>
              <a:t/>
            </a:r>
          </a:p>
          <a:p xmlns:a="http://schemas.openxmlformats.org/drawingml/2006/main">
            <a:r>
              <a:t>[Sources]</a:t>
            </a:r>
          </a:p>
          <a:p xmlns:a="http://schemas.openxmlformats.org/drawingml/2006/main">
            <a:r>
              <a:t>- 01418351 course materials (Chapters 2-3)</a:t>
            </a:r>
          </a:p>
          <a:p xmlns:a="http://schemas.openxmlformats.org/drawingml/2006/main">
            <a:r>
              <a:t>- dart/server.py</a:t>
            </a:r>
          </a:p>
          <a:p xmlns:a="http://schemas.openxmlformats.org/drawingml/2006/main">
            <a:r>
              <a:t>- docs/COURSE_ALIGNMENT.md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รัน python3 -B demo.py แล้วชี้ผลทีละข้อ ผล PASS ตรวจทั้ง registration, critical confirmation, forced ACK suppression, retransmission, duplicate detection และจำนวน critical side effect ในรอบนี้ การกด duplicate มีขอบเขต 60 วินาทีตาม protocol specification</a:t>
            </a:r>
          </a:p>
          <a:p xmlns:a="http://schemas.openxmlformats.org/drawingml/2006/main">
            <a:r>
              <a:t/>
            </a:r>
          </a:p>
          <a:p xmlns:a="http://schemas.openxmlformats.org/drawingml/2006/main">
            <a:r>
              <a:t>[Sources]</a:t>
            </a:r>
          </a:p>
          <a:p xmlns:a="http://schemas.openxmlformats.org/drawingml/2006/main">
            <a:r>
              <a:t>- results/latest_demo.json</a:t>
            </a:r>
          </a:p>
          <a:p xmlns:a="http://schemas.openxmlformats.org/drawingml/2006/main">
            <a:r>
              <a:t>- demo.py</a:t>
            </a:r>
          </a:p>
          <a:p xmlns:a="http://schemas.openxmlformats.org/drawingml/2006/main">
            <a:r>
              <a:t>- tests/test_demo.py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เปิด Wireshark หลังรัน server และ simulator เลือก packet ตามลำดับนี้ โดยเฉพาะ CRITICAL seq เดิมกับ flag retransmission และ ACK 409 นี่คือหลักฐานที่ตอบคำแนะนำ TA โดยตรง</a:t>
            </a:r>
          </a:p>
          <a:p xmlns:a="http://schemas.openxmlformats.org/drawingml/2006/main">
            <a:r>
              <a:t/>
            </a:r>
          </a:p>
          <a:p xmlns:a="http://schemas.openxmlformats.org/drawingml/2006/main">
            <a:r>
              <a:t>[Sources]</a:t>
            </a:r>
          </a:p>
          <a:p xmlns:a="http://schemas.openxmlformats.org/drawingml/2006/main">
            <a:r>
              <a:t>- wireshark/dart.lua</a:t>
            </a:r>
          </a:p>
          <a:p xmlns:a="http://schemas.openxmlformats.org/drawingml/2006/main">
            <a:r>
              <a:t>- wireshark/README.md</a:t>
            </a:r>
          </a:p>
          <a:p xmlns:a="http://schemas.openxmlformats.org/drawingml/2006/main">
            <a:r>
              <a:t>- docs/DEMO_GUIDE.md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ก่อนอวดผล ต้องอธิบาย fairness ทุก policy ใช้ logical event schedule และ workload fingerprint เดียวกันใน loss/repeat เดียวกัน ชุดนี้มี 5 sensors นาน 4 วินาที 5 repeats ที่ loss 0%, 5%, 10%, 20% และ base seed 100 ทุก case บันทึก case simulation และ server seed แต่ individual drops ไม่ได้ packet-paired เพราะ ACK/retry ใช้ PRNG draws ต่างกัน</a:t>
            </a:r>
          </a:p>
          <a:p xmlns:a="http://schemas.openxmlformats.org/drawingml/2006/main">
            <a:r>
              <a:t/>
            </a:r>
          </a:p>
          <a:p xmlns:a="http://schemas.openxmlformats.org/drawingml/2006/main">
            <a:r>
              <a:t>[Sources]</a:t>
            </a:r>
          </a:p>
          <a:p xmlns:a="http://schemas.openxmlformats.org/drawingml/2006/main">
            <a:r>
              <a:t>- benchmark.py</a:t>
            </a:r>
          </a:p>
          <a:p xmlns:a="http://schemas.openxmlformats.org/drawingml/2006/main">
            <a:r>
              <a:t>- results/benchmark.json</a:t>
            </a:r>
          </a:p>
          <a:p xmlns:a="http://schemas.openxmlformats.org/drawingml/2006/main">
            <a:r>
              <a:t>- docs/DEMO_GUIDE.md (benchmark method and caveats)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อ่าน chart อย่างระวัง RAW ใช้ attempted bytes ต่ำสุดแต่ไม่มี client confirmation และ server รับ critical 59/75 = 78.7% RELIABLE-ALL ยืนยันได้ 75/75 = 100.0% ส่วน DART ยืนยันได้ 74/75 = 98.7% DART ใช้ 67.3 B/value เทียบกับ RELIABLE-ALL 97.2 B/value โดยยอมให้ normal/latest บางส่วนหาย ผลนี้เป็น controlled loopback experiment ไม่ใช่ claim ว่าชนะทุกเครือข่ายหรือทุก protocol</a:t>
            </a:r>
          </a:p>
          <a:p xmlns:a="http://schemas.openxmlformats.org/drawingml/2006/main">
            <a:r>
              <a:t/>
            </a:r>
          </a:p>
          <a:p xmlns:a="http://schemas.openxmlformats.org/drawingml/2006/main">
            <a:r>
              <a:t>[Sources]</a:t>
            </a:r>
          </a:p>
          <a:p xmlns:a="http://schemas.openxmlformats.org/drawingml/2006/main">
            <a:r>
              <a:t>- results/benchmark.json (20% loss summary and sample counts)</a:t>
            </a:r>
          </a:p>
          <a:p xmlns:a="http://schemas.openxmlformats.org/drawingml/2006/main">
            <a:r>
              <a:t>- benchmark.py (metric definitions and seed derivation)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เปรียบเทียบที่ semantics ไม่ใช่ประกาศว่า DART เร็วกว่ามาตรฐานที่ไม่ได้รัน TCP ให้ reliable ordered byte stream MQTT ใช้ broker และ QoS 0 1 2 ส่วน CoAP มี Confirmable กับ Non-confirmable DART เป็น prototype แบบ direct client-server ที่เพิ่ม batch latest critical และ TTL เพื่อสาธิต message-level trade-off พร้อมยอมรับว่าไม่มี security congestion control หรือ persistent state</a:t>
            </a:r>
          </a:p>
          <a:p xmlns:a="http://schemas.openxmlformats.org/drawingml/2006/main">
            <a:r>
              <a:t/>
            </a:r>
          </a:p>
          <a:p xmlns:a="http://schemas.openxmlformats.org/drawingml/2006/main">
            <a:r>
              <a:t>[Sources]</a:t>
            </a:r>
          </a:p>
          <a:p xmlns:a="http://schemas.openxmlformats.org/drawingml/2006/main">
            <a:r>
              <a:t>- RFC 9293 - TCP: https://www.rfc-editor.org/info/rfc9293/</a:t>
            </a:r>
          </a:p>
          <a:p xmlns:a="http://schemas.openxmlformats.org/drawingml/2006/main">
            <a:r>
              <a:t>- OASIS MQTT Version 5.0: https://docs.oasis-open.org/mqtt/mqtt/v5.0/mqtt-v5.0.html</a:t>
            </a:r>
          </a:p>
          <a:p xmlns:a="http://schemas.openxmlformats.org/drawingml/2006/main">
            <a:r>
              <a:t>- RFC 7252 - CoAP: https://www.rfc-editor.org/info/rfc7252/</a:t>
            </a:r>
          </a:p>
          <a:p xmlns:a="http://schemas.openxmlformats.org/drawingml/2006/main">
            <a:r>
              <a:t>- docs/PROTOCOL_SPEC.md (DART semantics and limitations)</a:t>
            </a:r>
          </a:p>
          <a:p xmlns:a="http://schemas.openxmlformats.org/drawingml/2006/main">
            <a:r>
              <a:t>- results/benchmark.json (scope: DART wire-format policies only)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ปิดด้วยประโยคบนจอแล้วหยุดหนึ่งจังหวะ จากนั้นเชิญถาม ถ้ามีเวลาเหลือให้ย้ำว่าทุกตัวเลขมาจากไฟล์ผลทดลองจริงและสามารถรัน demo ได้ด้วยคำสั่งเดียว</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results/latest_demo.json</a:t>
            </a:r>
          </a:p>
          <a:p xmlns:a="http://schemas.openxmlformats.org/drawingml/2006/main">
            <a:r>
              <a:t>- results/benchmark.json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2a39a6e0677435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b11fc4f0b01413c" /><Relationship Type="http://schemas.openxmlformats.org/officeDocument/2006/relationships/slideLayout" Target="/ppt/slideLayouts/slideLayout1.xml" Id="R9cb5227a7a3e42d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cb5227a7a3e42d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DART Technical">
  <a:themeElements>
    <a:clrScheme name="DART Technical">
      <a:dk1>
        <a:srgbClr val="000000"/>
      </a:dk1>
      <a:lt1>
        <a:srgbClr val="FFFFFF"/>
      </a:lt1>
      <a:dk2>
        <a:srgbClr val="0E2841"/>
      </a:dk2>
      <a:lt2>
        <a:srgbClr val="E8E8E8"/>
      </a:lt2>
      <a:accent1>
        <a:srgbClr val="00A6A6"/>
      </a:accent1>
      <a:accent2>
        <a:srgbClr val="FF6B5E"/>
      </a:accent2>
      <a:accent3>
        <a:srgbClr val="27AE60"/>
      </a:accent3>
      <a:accent4>
        <a:srgbClr val="43D5C9"/>
      </a:accent4>
      <a:accent5>
        <a:srgbClr val="5E7182"/>
      </a:accent5>
      <a:accent6>
        <a:srgbClr val="F5A623"/>
      </a:accent6>
      <a:hlink>
        <a:srgbClr val="1565C0"/>
      </a:hlink>
      <a:folHlink>
        <a:srgbClr val="7B1FA2"/>
      </a:folHlink>
    </a:clrScheme>
    <a:fontScheme name="Office">
      <a:majorFont>
        <a:latin typeface="Calibri Light"/>
        <a:ea typeface="Calibri Light"/>
        <a:cs typeface="Calibri Light"/>
      </a:majorFont>
      <a:minorFont>
        <a:latin typeface="Calibri"/>
        <a:ea typeface="Calibri"/>
        <a:cs typeface="Calibri"/>
      </a:minorFont>
    </a:fontScheme>
    <a:fmtScheme name="DART Technical">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ea6cede7ed1431a" /><Relationship Type="http://schemas.openxmlformats.org/officeDocument/2006/relationships/notesSlide" Target="/ppt/notesSlides/notesSlide1.xml" Id="Rda4ffafc826145c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23872eae72f428e" /><Relationship Type="http://schemas.openxmlformats.org/officeDocument/2006/relationships/notesSlide" Target="/ppt/notesSlides/notesSlide2.xml" Id="R68fe4dc5138a4a1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ff0f801ee2a4d8c" /><Relationship Type="http://schemas.openxmlformats.org/officeDocument/2006/relationships/notesSlide" Target="/ppt/notesSlides/notesSlide3.xml" Id="Rbb4c073e60a940c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532f350d4b4424a" /><Relationship Type="http://schemas.openxmlformats.org/officeDocument/2006/relationships/notesSlide" Target="/ppt/notesSlides/notesSlide4.xml" Id="R89ce5770db1c4e0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f979ce8de384e45" /><Relationship Type="http://schemas.openxmlformats.org/officeDocument/2006/relationships/notesSlide" Target="/ppt/notesSlides/notesSlide5.xml" Id="R8e851969abe7428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0b135a551e64b20" /><Relationship Type="http://schemas.openxmlformats.org/officeDocument/2006/relationships/notesSlide" Target="/ppt/notesSlides/notesSlide6.xml" Id="Rd28f1e27a53f4e9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e3098a579144c97" /><Relationship Type="http://schemas.openxmlformats.org/officeDocument/2006/relationships/notesSlide" Target="/ppt/notesSlides/notesSlide7.xml" Id="R76bc81d1c368430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b13ebcc660c4ce7" /><Relationship Type="http://schemas.openxmlformats.org/officeDocument/2006/relationships/notesSlide" Target="/ppt/notesSlides/notesSlide8.xml" Id="R79fed277d33e454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67cc6fb00d942f6" /><Relationship Type="http://schemas.openxmlformats.org/officeDocument/2006/relationships/notesSlide" Target="/ppt/notesSlides/notesSlide9.xml" Id="R5de73abfd86e40a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f276119844546ef" /><Relationship Type="http://schemas.openxmlformats.org/officeDocument/2006/relationships/notesSlide" Target="/ppt/notesSlides/notesSlide10.xml" Id="R18b936163acf4db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a78e0eadefb47cb" /><Relationship Type="http://schemas.openxmlformats.org/officeDocument/2006/relationships/notesSlide" Target="/ppt/notesSlides/notesSlide11.xml" Id="Rca6d99ee5c05491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feda556a1d6493b" /><Relationship Type="http://schemas.openxmlformats.org/officeDocument/2006/relationships/notesSlide" Target="/ppt/notesSlides/notesSlide12.xml" Id="Rcbf983820fec46f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c27df386acc4932" /><Relationship Type="http://schemas.openxmlformats.org/officeDocument/2006/relationships/chart" Target="/ppt/slides/charts/chart1.xml" Id="R45211a13f3824ebf" /><Relationship Type="http://schemas.openxmlformats.org/officeDocument/2006/relationships/notesSlide" Target="/ppt/notesSlides/notesSlide13.xml" Id="Refa6e442be49413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9c8b1fe81a24060" /><Relationship Type="http://schemas.openxmlformats.org/officeDocument/2006/relationships/notesSlide" Target="/ppt/notesSlides/notesSlide14.xml" Id="R81beb4ceaeb1448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27c975df7594a15" /><Relationship Type="http://schemas.openxmlformats.org/officeDocument/2006/relationships/notesSlide" Target="/ppt/notesSlides/notesSlide15.xml" Id="R726d036225bd4576" /></Relationships>
</file>

<file path=ppt/slides/charts/chart1.xml><?xml version="1.0" encoding="utf-8"?>
<c:chartSpace xmlns:c="http://schemas.openxmlformats.org/drawingml/2006/chart">
  <c:lang val="en-US"/>
  <c:chart>
    <c:plotArea>
      <c:barChart>
        <c:barDir val="bar"/>
        <c:grouping val="clustered"/>
        <c:varyColors val="0"/>
        <c:ser>
          <c:idx val="0"/>
          <c:order val="0"/>
          <c:tx>
            <c:v>Attempted bytes/value</c:v>
          </c:tx>
          <c:spPr>
            <a:solidFill xmlns:a="http://schemas.openxmlformats.org/drawingml/2006/main">
              <a:srgbClr val="00A6A6"/>
            </a:solidFill>
          </c:spPr>
          <c:dPt>
            <c:idx val="0"/>
            <c:invertIfNegative val="0"/>
            <c:spPr>
              <a:solidFill xmlns:a="http://schemas.openxmlformats.org/drawingml/2006/main">
                <a:srgbClr val="5E7182"/>
              </a:solidFill>
            </c:spPr>
          </c:dPt>
          <c:dPt>
            <c:idx val="1"/>
            <c:invertIfNegative val="0"/>
            <c:spPr>
              <a:solidFill xmlns:a="http://schemas.openxmlformats.org/drawingml/2006/main">
                <a:srgbClr val="FF6B5E"/>
              </a:solidFill>
            </c:spPr>
          </c:dPt>
          <c:dPt>
            <c:idx val="2"/>
            <c:invertIfNegative val="0"/>
            <c:spPr>
              <a:solidFill xmlns:a="http://schemas.openxmlformats.org/drawingml/2006/main">
                <a:srgbClr val="00A6A6"/>
              </a:solidFill>
            </c:spPr>
          </c:dPt>
          <c:cat>
            <c:strLit>
              <c:ptCount val="3"/>
              <c:pt idx="0">
                <c:v>RAW</c:v>
              </c:pt>
              <c:pt idx="1">
                <c:v>RELIABLE-ALL</c:v>
              </c:pt>
              <c:pt idx="2">
                <c:v>DART</c:v>
              </c:pt>
            </c:strLit>
          </c:cat>
          <c:val>
            <c:numLit>
              <c:formatCode>General</c:formatCode>
              <c:ptCount val="3"/>
              <c:pt idx="0">
                <c:v>53.9</c:v>
              </c:pt>
              <c:pt idx="1">
                <c:v>97.2</c:v>
              </c:pt>
              <c:pt idx="2">
                <c:v>67.3</c:v>
              </c:pt>
            </c:numLit>
          </c:val>
        </c:ser>
        <c:dLbls>
          <c:txPr>
            <a:bodyPr xmlns:a="http://schemas.openxmlformats.org/drawingml/2006/main" anchorCtr="1"/>
            <a:lstStyle xmlns:a="http://schemas.openxmlformats.org/drawingml/2006/main"/>
            <a:p xmlns:a="http://schemas.openxmlformats.org/drawingml/2006/main">
              <a:pPr>
                <a:defRPr sz="1125" b="1">
                  <a:solidFill>
                    <a:srgbClr val="0B1F33"/>
                  </a:solidFill>
                </a:defRPr>
              </a:pPr>
            </a:p>
          </c:txPr>
          <c:dLblPos val="outEnd"/>
          <c:showLegendKey val="0"/>
          <c:showVal val="1"/>
          <c:showCatName val="0"/>
          <c:showSerName val="0"/>
          <c:showPercent val="0"/>
          <c:showBubbleSize val="0"/>
          <c:showLeaderLines val="0"/>
        </c:dLbls>
        <c:gapWidth val="48"/>
        <c:axId val="48650112"/>
        <c:axId val="48672768"/>
      </c:barChart>
      <c:catAx>
        <c:axId val="48650112"/>
        <c:scaling>
          <c:orientation val="minMax"/>
        </c:scaling>
        <c:delete val="0"/>
        <c:axPos val="l"/>
        <c:majorGridlines>
          <c:spPr>
            <a:ln xmlns:a="http://schemas.openxmlformats.org/drawingml/2006/main" w="9525">
              <a:solidFill>
                <a:srgbClr val="D6E1E8"/>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5E7182"/>
                </a:solidFil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6E1E8"/>
            </a:solidFill>
            <a:prstDash val="solid"/>
          </a:ln>
        </c:spPr>
        <c:txPr>
          <a:bodyPr xmlns:a="http://schemas.openxmlformats.org/drawingml/2006/main" anchorCtr="1"/>
          <a:lstStyle xmlns:a="http://schemas.openxmlformats.org/drawingml/2006/main"/>
          <a:p xmlns:a="http://schemas.openxmlformats.org/drawingml/2006/main">
            <a:pPr>
              <a:defRPr sz="1125" b="1">
                <a:solidFill>
                  <a:srgbClr val="172A3A"/>
                </a:solidFill>
              </a:defRPr>
            </a:pPr>
          </a:p>
        </c:txPr>
        <c:crossAx val="48650112"/>
        <c:crossBetween val="between"/>
      </c:valAx>
      <c:spPr>
        <a:solidFill xmlns:a="http://schemas.openxmlformats.org/drawingml/2006/main">
          <a:srgbClr val="F4F8FA"/>
        </a:solidFill>
      </c:spPr>
    </c:plotArea>
    <c:plotVisOnly val="1"/>
  </c:chart>
  <c:spPr>
    <a:solidFill xmlns:a="http://schemas.openxmlformats.org/drawingml/2006/main">
      <a:srgbClr val="F4F8FA"/>
    </a:solidFill>
    <a:ln xmlns:a="http://schemas.openxmlformats.org/drawingml/2006/main" w="0">
      <a:solidFill>
        <a:srgbClr val="F4F8FA"/>
      </a:solidFill>
      <a:prstDash val="solid"/>
    </a:ln>
  </c:spPr>
</c:chartSpace>
</file>

<file path=ppt/slides/slide1.xml><?xml version="1.0" encoding="utf-8"?>
<p:sld xmlns:p="http://schemas.openxmlformats.org/presentationml/2006/main">
  <p:cSld>
    <p:bg>
      <p:bgPr>
        <a:solidFill xmlns:a="http://schemas.openxmlformats.org/drawingml/2006/main">
          <a:srgbClr val="0B1F33"/>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1CE2FC58-74A0-4C84-91E5-8DC776E683AB}"/>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00A6A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1278E20-DC8A-4CBB-BCA1-1F3A47A8FA74}"/>
              </a:ext>
            </a:extLst>
          </p:cNvPr>
          <p:cNvSpPr>
            <a:spLocks xmlns:a="http://schemas.openxmlformats.org/drawingml/2006/main" noGrp="1"/>
          </p:cNvSpPr>
          <p:nvPr/>
        </p:nvSpPr>
        <p:spPr>
          <a:xfrm xmlns:a="http://schemas.openxmlformats.org/drawingml/2006/main">
            <a:off x="171450" y="0"/>
            <a:ext cx="12020550" cy="66675"/>
          </a:xfrm>
          <a:prstGeom xmlns:a="http://schemas.openxmlformats.org/drawingml/2006/main" prst="rect">
            <a:avLst/>
          </a:prstGeom>
          <a:solidFill xmlns:a="http://schemas.openxmlformats.org/drawingml/2006/main">
            <a:srgbClr val="FF6B5E"/>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6E94A4E-64C4-4651-8A5B-8B656A6DADD4}"/>
              </a:ext>
            </a:extLst>
          </p:cNvPr>
          <p:cNvSpPr>
            <a:spLocks xmlns:a="http://schemas.openxmlformats.org/drawingml/2006/main" noGrp="1"/>
          </p:cNvSpPr>
          <p:nvPr/>
        </p:nvSpPr>
        <p:spPr>
          <a:xfrm xmlns:a="http://schemas.openxmlformats.org/drawingml/2006/main">
            <a:off x="781050" y="876300"/>
            <a:ext cx="495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275" b="1">
                <a:solidFill>
                  <a:srgbClr val="43D5C9"/>
                </a:solidFill>
                <a:latin typeface="Tahoma"/>
                <a:ea typeface="Tahoma"/>
                <a:cs typeface="Tahoma"/>
              </a:defRPr>
            </a:pPr>
            <a:r>
              <a:rPr sz="1275" b="1">
                <a:solidFill>
                  <a:srgbClr val="43D5C9"/>
                </a:solidFill>
                <a:latin typeface="Tahoma"/>
                <a:ea typeface="Tahoma"/>
                <a:cs typeface="Tahoma"/>
              </a:rPr>
              <a:t>NETWORK APPLICATION PROTOCOL</a:t>
            </a:r>
          </a:p>
        </p:txBody>
      </p:sp>
      <p:sp>
        <p:nvSpPr>
          <p:cNvPr id="4" name="">
            <a:extLst xmlns:a="http://schemas.openxmlformats.org/drawingml/2006/main">
              <a:ext uri="{FF2B5EF4-FFF2-40B4-BE49-F238E27FC236}">
                <a16:creationId xmlns:a16="http://schemas.microsoft.com/office/drawing/2014/main" id="{A136D807-DAE3-4790-A805-10DF06814A17}"/>
              </a:ext>
            </a:extLst>
          </p:cNvPr>
          <p:cNvSpPr>
            <a:spLocks xmlns:a="http://schemas.openxmlformats.org/drawingml/2006/main" noGrp="1"/>
          </p:cNvSpPr>
          <p:nvPr/>
        </p:nvSpPr>
        <p:spPr>
          <a:xfrm xmlns:a="http://schemas.openxmlformats.org/drawingml/2006/main">
            <a:off x="781050" y="1381125"/>
            <a:ext cx="5715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5100" b="1">
                <a:solidFill>
                  <a:srgbClr val="FFFFFF"/>
                </a:solidFill>
                <a:latin typeface="Tahoma"/>
                <a:ea typeface="Tahoma"/>
                <a:cs typeface="Tahoma"/>
              </a:defRPr>
            </a:pPr>
            <a:r>
              <a:rPr sz="5100" b="1">
                <a:solidFill>
                  <a:srgbClr val="FFFFFF"/>
                </a:solidFill>
                <a:latin typeface="Tahoma"/>
                <a:ea typeface="Tahoma"/>
                <a:cs typeface="Tahoma"/>
              </a:rPr>
              <a:t>DART v1</a:t>
            </a:r>
          </a:p>
        </p:txBody>
      </p:sp>
      <p:sp>
        <p:nvSpPr>
          <p:cNvPr id="5" name="">
            <a:extLst xmlns:a="http://schemas.openxmlformats.org/drawingml/2006/main">
              <a:ext uri="{FF2B5EF4-FFF2-40B4-BE49-F238E27FC236}">
                <a16:creationId xmlns:a16="http://schemas.microsoft.com/office/drawing/2014/main" id="{1BD06F39-0DDD-4AFE-A836-7993F3579719}"/>
              </a:ext>
            </a:extLst>
          </p:cNvPr>
          <p:cNvSpPr>
            <a:spLocks xmlns:a="http://schemas.openxmlformats.org/drawingml/2006/main" noGrp="1"/>
          </p:cNvSpPr>
          <p:nvPr/>
        </p:nvSpPr>
        <p:spPr>
          <a:xfrm xmlns:a="http://schemas.openxmlformats.org/drawingml/2006/main">
            <a:off x="781050" y="2333625"/>
            <a:ext cx="5905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2250" b="0">
                <a:solidFill>
                  <a:srgbClr val="D5E8EC"/>
                </a:solidFill>
                <a:latin typeface="Tahoma"/>
                <a:ea typeface="Tahoma"/>
                <a:cs typeface="Tahoma"/>
              </a:defRPr>
            </a:pPr>
            <a:r>
              <a:rPr sz="2250" b="0">
                <a:solidFill>
                  <a:srgbClr val="D5E8EC"/>
                </a:solidFill>
                <a:latin typeface="Tahoma"/>
                <a:ea typeface="Tahoma"/>
                <a:cs typeface="Tahoma"/>
              </a:rPr>
              <a:t>Deadline-Aware Reliable Telemetry</a:t>
            </a:r>
          </a:p>
        </p:txBody>
      </p:sp>
      <p:sp>
        <p:nvSpPr>
          <p:cNvPr id="6" name="">
            <a:extLst xmlns:a="http://schemas.openxmlformats.org/drawingml/2006/main">
              <a:ext uri="{FF2B5EF4-FFF2-40B4-BE49-F238E27FC236}">
                <a16:creationId xmlns:a16="http://schemas.microsoft.com/office/drawing/2014/main" id="{B3C2B689-DF53-4DE1-B078-2A46E393F9A4}"/>
              </a:ext>
            </a:extLst>
          </p:cNvPr>
          <p:cNvSpPr>
            <a:spLocks xmlns:a="http://schemas.openxmlformats.org/drawingml/2006/main" noGrp="1"/>
          </p:cNvSpPr>
          <p:nvPr/>
        </p:nvSpPr>
        <p:spPr>
          <a:xfrm xmlns:a="http://schemas.openxmlformats.org/drawingml/2006/main">
            <a:off x="781050" y="3219450"/>
            <a:ext cx="53340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550" b="1">
                <a:solidFill>
                  <a:srgbClr val="FFFFFF"/>
                </a:solidFill>
                <a:latin typeface="Tahoma"/>
                <a:ea typeface="Tahoma"/>
                <a:cs typeface="Tahoma"/>
              </a:defRPr>
            </a:pPr>
            <a:r>
              <a:rPr sz="2550" b="1">
                <a:solidFill>
                  <a:srgbClr val="FFFFFF"/>
                </a:solidFill>
                <a:latin typeface="Tahoma"/>
                <a:ea typeface="Tahoma"/>
                <a:cs typeface="Tahoma"/>
              </a:rPr>
              <a:t>เลือกความน่าเชื่อถือให้เหมาะกับ</a:t>
            </a:r>
          </a:p>
          <a:p xmlns:a="http://schemas.openxmlformats.org/drawingml/2006/main">
            <a:pPr algn="l">
              <a:lnSpc>
                <a:spcPct val="108000"/>
              </a:lnSpc>
              <a:buNone/>
              <a:defRPr sz="2550" b="1">
                <a:solidFill>
                  <a:srgbClr val="FFFFFF"/>
                </a:solidFill>
                <a:latin typeface="Tahoma"/>
                <a:ea typeface="Tahoma"/>
                <a:cs typeface="Tahoma"/>
              </a:defRPr>
            </a:pPr>
            <a:r>
              <a:rPr sz="2550" b="1">
                <a:solidFill>
                  <a:srgbClr val="FFFFFF"/>
                </a:solidFill>
                <a:latin typeface="Tahoma"/>
                <a:ea typeface="Tahoma"/>
                <a:cs typeface="Tahoma"/>
              </a:rPr>
              <a:t>ความเร่งด่วนของแต่ละข้อความ</a:t>
            </a:r>
          </a:p>
        </p:txBody>
      </p:sp>
      <p:sp>
        <p:nvSpPr>
          <p:cNvPr id="7" name="">
            <a:extLst xmlns:a="http://schemas.openxmlformats.org/drawingml/2006/main">
              <a:ext uri="{FF2B5EF4-FFF2-40B4-BE49-F238E27FC236}">
                <a16:creationId xmlns:a16="http://schemas.microsoft.com/office/drawing/2014/main" id="{D22B0070-39A3-4C56-B622-6E86D0C756DD}"/>
              </a:ext>
            </a:extLst>
          </p:cNvPr>
          <p:cNvSpPr>
            <a:spLocks xmlns:a="http://schemas.openxmlformats.org/drawingml/2006/main" noGrp="1"/>
          </p:cNvSpPr>
          <p:nvPr/>
        </p:nvSpPr>
        <p:spPr>
          <a:xfrm xmlns:a="http://schemas.openxmlformats.org/drawingml/2006/main">
            <a:off x="7143750" y="1619250"/>
            <a:ext cx="3714750" cy="19050"/>
          </a:xfrm>
          <a:prstGeom xmlns:a="http://schemas.openxmlformats.org/drawingml/2006/main" prst="rect">
            <a:avLst/>
          </a:prstGeom>
          <a:solidFill xmlns:a="http://schemas.openxmlformats.org/drawingml/2006/main">
            <a:srgbClr val="29485B"/>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62D1D2F-2AA7-4EE0-8D20-CC2EE79E88A3}"/>
              </a:ext>
            </a:extLst>
          </p:cNvPr>
          <p:cNvSpPr>
            <a:spLocks xmlns:a="http://schemas.openxmlformats.org/drawingml/2006/main" noGrp="1"/>
          </p:cNvSpPr>
          <p:nvPr/>
        </p:nvSpPr>
        <p:spPr>
          <a:xfrm xmlns:a="http://schemas.openxmlformats.org/drawingml/2006/main">
            <a:off x="7143750" y="1952625"/>
            <a:ext cx="133350" cy="590550"/>
          </a:xfrm>
          <a:prstGeom xmlns:a="http://schemas.openxmlformats.org/drawingml/2006/main" prst="rect">
            <a:avLst/>
          </a:prstGeom>
          <a:solidFill xmlns:a="http://schemas.openxmlformats.org/drawingml/2006/main">
            <a:srgbClr val="00A6A6"/>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570DA5B-8DC0-4F32-895A-537C5710C85F}"/>
              </a:ext>
            </a:extLst>
          </p:cNvPr>
          <p:cNvSpPr>
            <a:spLocks xmlns:a="http://schemas.openxmlformats.org/drawingml/2006/main" noGrp="1"/>
          </p:cNvSpPr>
          <p:nvPr/>
        </p:nvSpPr>
        <p:spPr>
          <a:xfrm xmlns:a="http://schemas.openxmlformats.org/drawingml/2006/main">
            <a:off x="7486650" y="194310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575" b="1">
                <a:solidFill>
                  <a:srgbClr val="00A6A6"/>
                </a:solidFill>
                <a:latin typeface="Tahoma"/>
                <a:ea typeface="Tahoma"/>
                <a:cs typeface="Tahoma"/>
              </a:defRPr>
            </a:pPr>
            <a:r>
              <a:rPr sz="1575" b="1">
                <a:solidFill>
                  <a:srgbClr val="00A6A6"/>
                </a:solidFill>
                <a:latin typeface="Tahoma"/>
                <a:ea typeface="Tahoma"/>
                <a:cs typeface="Tahoma"/>
              </a:rPr>
              <a:t>BATCH</a:t>
            </a:r>
          </a:p>
        </p:txBody>
      </p:sp>
      <p:sp>
        <p:nvSpPr>
          <p:cNvPr id="10" name="">
            <a:extLst xmlns:a="http://schemas.openxmlformats.org/drawingml/2006/main">
              <a:ext uri="{FF2B5EF4-FFF2-40B4-BE49-F238E27FC236}">
                <a16:creationId xmlns:a16="http://schemas.microsoft.com/office/drawing/2014/main" id="{0FC583DD-7EE6-4756-8563-8DD09C447978}"/>
              </a:ext>
            </a:extLst>
          </p:cNvPr>
          <p:cNvSpPr>
            <a:spLocks xmlns:a="http://schemas.openxmlformats.org/drawingml/2006/main" noGrp="1"/>
          </p:cNvSpPr>
          <p:nvPr/>
        </p:nvSpPr>
        <p:spPr>
          <a:xfrm xmlns:a="http://schemas.openxmlformats.org/drawingml/2006/main">
            <a:off x="7486650" y="226695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500" b="0">
                <a:solidFill>
                  <a:srgbClr val="D5E8EC"/>
                </a:solidFill>
                <a:latin typeface="Tahoma"/>
                <a:ea typeface="Tahoma"/>
                <a:cs typeface="Tahoma"/>
              </a:defRPr>
            </a:pPr>
            <a:r>
              <a:rPr sz="1500" b="0">
                <a:solidFill>
                  <a:srgbClr val="D5E8EC"/>
                </a:solidFill>
                <a:latin typeface="Tahoma"/>
                <a:ea typeface="Tahoma"/>
                <a:cs typeface="Tahoma"/>
              </a:rPr>
              <a:t>ข้อมูลปกติ</a:t>
            </a:r>
          </a:p>
        </p:txBody>
      </p:sp>
      <p:sp>
        <p:nvSpPr>
          <p:cNvPr id="11" name="">
            <a:extLst xmlns:a="http://schemas.openxmlformats.org/drawingml/2006/main">
              <a:ext uri="{FF2B5EF4-FFF2-40B4-BE49-F238E27FC236}">
                <a16:creationId xmlns:a16="http://schemas.microsoft.com/office/drawing/2014/main" id="{70EB2E5C-5F4E-4A68-AA5F-6ED63135FA0F}"/>
              </a:ext>
            </a:extLst>
          </p:cNvPr>
          <p:cNvSpPr>
            <a:spLocks xmlns:a="http://schemas.openxmlformats.org/drawingml/2006/main" noGrp="1"/>
          </p:cNvSpPr>
          <p:nvPr/>
        </p:nvSpPr>
        <p:spPr>
          <a:xfrm xmlns:a="http://schemas.openxmlformats.org/drawingml/2006/main">
            <a:off x="7143750" y="2952750"/>
            <a:ext cx="133350" cy="590550"/>
          </a:xfrm>
          <a:prstGeom xmlns:a="http://schemas.openxmlformats.org/drawingml/2006/main" prst="rect">
            <a:avLst/>
          </a:prstGeom>
          <a:solidFill xmlns:a="http://schemas.openxmlformats.org/drawingml/2006/main">
            <a:srgbClr val="43D5C9"/>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9A8315C-96DB-47E4-B76A-DBB7CE885030}"/>
              </a:ext>
            </a:extLst>
          </p:cNvPr>
          <p:cNvSpPr>
            <a:spLocks xmlns:a="http://schemas.openxmlformats.org/drawingml/2006/main" noGrp="1"/>
          </p:cNvSpPr>
          <p:nvPr/>
        </p:nvSpPr>
        <p:spPr>
          <a:xfrm xmlns:a="http://schemas.openxmlformats.org/drawingml/2006/main">
            <a:off x="7486650" y="2943225"/>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575" b="1">
                <a:solidFill>
                  <a:srgbClr val="43D5C9"/>
                </a:solidFill>
                <a:latin typeface="Tahoma"/>
                <a:ea typeface="Tahoma"/>
                <a:cs typeface="Tahoma"/>
              </a:defRPr>
            </a:pPr>
            <a:r>
              <a:rPr sz="1575" b="1">
                <a:solidFill>
                  <a:srgbClr val="43D5C9"/>
                </a:solidFill>
                <a:latin typeface="Tahoma"/>
                <a:ea typeface="Tahoma"/>
                <a:cs typeface="Tahoma"/>
              </a:rPr>
              <a:t>LATEST</a:t>
            </a:r>
          </a:p>
        </p:txBody>
      </p:sp>
      <p:sp>
        <p:nvSpPr>
          <p:cNvPr id="13" name="">
            <a:extLst xmlns:a="http://schemas.openxmlformats.org/drawingml/2006/main">
              <a:ext uri="{FF2B5EF4-FFF2-40B4-BE49-F238E27FC236}">
                <a16:creationId xmlns:a16="http://schemas.microsoft.com/office/drawing/2014/main" id="{3E5B7CDD-E468-4500-8CFC-DE1FDC8153AC}"/>
              </a:ext>
            </a:extLst>
          </p:cNvPr>
          <p:cNvSpPr>
            <a:spLocks xmlns:a="http://schemas.openxmlformats.org/drawingml/2006/main" noGrp="1"/>
          </p:cNvSpPr>
          <p:nvPr/>
        </p:nvSpPr>
        <p:spPr>
          <a:xfrm xmlns:a="http://schemas.openxmlformats.org/drawingml/2006/main">
            <a:off x="7486650" y="3267075"/>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500" b="0">
                <a:solidFill>
                  <a:srgbClr val="D5E8EC"/>
                </a:solidFill>
                <a:latin typeface="Tahoma"/>
                <a:ea typeface="Tahoma"/>
                <a:cs typeface="Tahoma"/>
              </a:defRPr>
            </a:pPr>
            <a:r>
              <a:rPr sz="1500" b="0">
                <a:solidFill>
                  <a:srgbClr val="D5E8EC"/>
                </a:solidFill>
                <a:latin typeface="Tahoma"/>
                <a:ea typeface="Tahoma"/>
                <a:cs typeface="Tahoma"/>
              </a:rPr>
              <a:t>ค่าล่าสุด</a:t>
            </a:r>
          </a:p>
        </p:txBody>
      </p:sp>
      <p:sp>
        <p:nvSpPr>
          <p:cNvPr id="14" name="">
            <a:extLst xmlns:a="http://schemas.openxmlformats.org/drawingml/2006/main">
              <a:ext uri="{FF2B5EF4-FFF2-40B4-BE49-F238E27FC236}">
                <a16:creationId xmlns:a16="http://schemas.microsoft.com/office/drawing/2014/main" id="{5FAA91D6-69ED-46E0-9E76-63A394A12547}"/>
              </a:ext>
            </a:extLst>
          </p:cNvPr>
          <p:cNvSpPr>
            <a:spLocks xmlns:a="http://schemas.openxmlformats.org/drawingml/2006/main" noGrp="1"/>
          </p:cNvSpPr>
          <p:nvPr/>
        </p:nvSpPr>
        <p:spPr>
          <a:xfrm xmlns:a="http://schemas.openxmlformats.org/drawingml/2006/main">
            <a:off x="7143750" y="3952875"/>
            <a:ext cx="133350" cy="590550"/>
          </a:xfrm>
          <a:prstGeom xmlns:a="http://schemas.openxmlformats.org/drawingml/2006/main" prst="rect">
            <a:avLst/>
          </a:prstGeom>
          <a:solidFill xmlns:a="http://schemas.openxmlformats.org/drawingml/2006/main">
            <a:srgbClr val="FF6B5E"/>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81BF992D-9338-476E-B0C0-20D02DFE5461}"/>
              </a:ext>
            </a:extLst>
          </p:cNvPr>
          <p:cNvSpPr>
            <a:spLocks xmlns:a="http://schemas.openxmlformats.org/drawingml/2006/main" noGrp="1"/>
          </p:cNvSpPr>
          <p:nvPr/>
        </p:nvSpPr>
        <p:spPr>
          <a:xfrm xmlns:a="http://schemas.openxmlformats.org/drawingml/2006/main">
            <a:off x="7486650" y="394335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575" b="1">
                <a:solidFill>
                  <a:srgbClr val="FF6B5E"/>
                </a:solidFill>
                <a:latin typeface="Tahoma"/>
                <a:ea typeface="Tahoma"/>
                <a:cs typeface="Tahoma"/>
              </a:defRPr>
            </a:pPr>
            <a:r>
              <a:rPr sz="1575" b="1">
                <a:solidFill>
                  <a:srgbClr val="FF6B5E"/>
                </a:solidFill>
                <a:latin typeface="Tahoma"/>
                <a:ea typeface="Tahoma"/>
                <a:cs typeface="Tahoma"/>
              </a:rPr>
              <a:t>CRITICAL</a:t>
            </a:r>
          </a:p>
        </p:txBody>
      </p:sp>
      <p:sp>
        <p:nvSpPr>
          <p:cNvPr id="16" name="">
            <a:extLst xmlns:a="http://schemas.openxmlformats.org/drawingml/2006/main">
              <a:ext uri="{FF2B5EF4-FFF2-40B4-BE49-F238E27FC236}">
                <a16:creationId xmlns:a16="http://schemas.microsoft.com/office/drawing/2014/main" id="{D84DE2E7-348C-4BF2-92D8-EB8CF67C63B1}"/>
              </a:ext>
            </a:extLst>
          </p:cNvPr>
          <p:cNvSpPr>
            <a:spLocks xmlns:a="http://schemas.openxmlformats.org/drawingml/2006/main" noGrp="1"/>
          </p:cNvSpPr>
          <p:nvPr/>
        </p:nvSpPr>
        <p:spPr>
          <a:xfrm xmlns:a="http://schemas.openxmlformats.org/drawingml/2006/main">
            <a:off x="7486650" y="426720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500" b="0">
                <a:solidFill>
                  <a:srgbClr val="D5E8EC"/>
                </a:solidFill>
                <a:latin typeface="Tahoma"/>
                <a:ea typeface="Tahoma"/>
                <a:cs typeface="Tahoma"/>
              </a:defRPr>
            </a:pPr>
            <a:r>
              <a:rPr sz="1500" b="0">
                <a:solidFill>
                  <a:srgbClr val="D5E8EC"/>
                </a:solidFill>
                <a:latin typeface="Tahoma"/>
                <a:ea typeface="Tahoma"/>
                <a:cs typeface="Tahoma"/>
              </a:rPr>
              <a:t>เหตุสำคัญ</a:t>
            </a:r>
          </a:p>
        </p:txBody>
      </p:sp>
      <p:sp>
        <p:nvSpPr>
          <p:cNvPr id="17" name="">
            <a:extLst xmlns:a="http://schemas.openxmlformats.org/drawingml/2006/main">
              <a:ext uri="{FF2B5EF4-FFF2-40B4-BE49-F238E27FC236}">
                <a16:creationId xmlns:a16="http://schemas.microsoft.com/office/drawing/2014/main" id="{85F39CF1-7218-487D-AF4B-108BEB5B721E}"/>
              </a:ext>
            </a:extLst>
          </p:cNvPr>
          <p:cNvSpPr>
            <a:spLocks xmlns:a="http://schemas.openxmlformats.org/drawingml/2006/main" noGrp="1"/>
          </p:cNvSpPr>
          <p:nvPr/>
        </p:nvSpPr>
        <p:spPr>
          <a:xfrm xmlns:a="http://schemas.openxmlformats.org/drawingml/2006/main">
            <a:off x="781050" y="542925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125" b="1">
                <a:solidFill>
                  <a:srgbClr val="BFD7DF"/>
                </a:solidFill>
                <a:latin typeface="Tahoma"/>
                <a:ea typeface="Tahoma"/>
                <a:cs typeface="Tahoma"/>
              </a:defRPr>
            </a:pPr>
            <a:r>
              <a:rPr sz="1125" b="1">
                <a:solidFill>
                  <a:srgbClr val="BFD7DF"/>
                </a:solidFill>
                <a:latin typeface="Tahoma"/>
                <a:ea typeface="Tahoma"/>
                <a:cs typeface="Tahoma"/>
              </a:rPr>
              <a:t>01418351 • หลักการสื่อสารคอมพิวเตอร์และการประมวลผลบนคลาวด์</a:t>
            </a:r>
          </a:p>
        </p:txBody>
      </p:sp>
      <p:sp>
        <p:nvSpPr>
          <p:cNvPr id="18" name="">
            <a:extLst xmlns:a="http://schemas.openxmlformats.org/drawingml/2006/main">
              <a:ext uri="{FF2B5EF4-FFF2-40B4-BE49-F238E27FC236}">
                <a16:creationId xmlns:a16="http://schemas.microsoft.com/office/drawing/2014/main" id="{253B425A-BEF5-4C5D-87A9-17679F82AD7C}"/>
              </a:ext>
            </a:extLst>
          </p:cNvPr>
          <p:cNvSpPr>
            <a:spLocks xmlns:a="http://schemas.openxmlformats.org/drawingml/2006/main" noGrp="1"/>
          </p:cNvSpPr>
          <p:nvPr/>
        </p:nvSpPr>
        <p:spPr>
          <a:xfrm xmlns:a="http://schemas.openxmlformats.org/drawingml/2006/main">
            <a:off x="781050" y="5667375"/>
            <a:ext cx="809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975" b="0">
                <a:solidFill>
                  <a:srgbClr val="BFD7DF"/>
                </a:solidFill>
                <a:latin typeface="Tahoma"/>
                <a:ea typeface="Tahoma"/>
                <a:cs typeface="Tahoma"/>
              </a:defRPr>
            </a:pPr>
            <a:r>
              <a:rPr sz="975" b="0">
                <a:solidFill>
                  <a:srgbClr val="BFD7DF"/>
                </a:solidFill>
                <a:latin typeface="Tahoma"/>
                <a:ea typeface="Tahoma"/>
                <a:cs typeface="Tahoma"/>
              </a:rPr>
              <a:t>Computer Communications and Cloud Computing Principles</a:t>
            </a:r>
          </a:p>
        </p:txBody>
      </p:sp>
      <p:sp>
        <p:nvSpPr>
          <p:cNvPr id="19" name="">
            <a:extLst xmlns:a="http://schemas.openxmlformats.org/drawingml/2006/main">
              <a:ext uri="{FF2B5EF4-FFF2-40B4-BE49-F238E27FC236}">
                <a16:creationId xmlns:a16="http://schemas.microsoft.com/office/drawing/2014/main" id="{7A6A211A-5508-4633-AE58-3D1378480118}"/>
              </a:ext>
            </a:extLst>
          </p:cNvPr>
          <p:cNvSpPr>
            <a:spLocks xmlns:a="http://schemas.openxmlformats.org/drawingml/2006/main" noGrp="1"/>
          </p:cNvSpPr>
          <p:nvPr/>
        </p:nvSpPr>
        <p:spPr>
          <a:xfrm xmlns:a="http://schemas.openxmlformats.org/drawingml/2006/main">
            <a:off x="781050" y="59245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200" b="0">
                <a:solidFill>
                  <a:srgbClr val="FFFFFF"/>
                </a:solidFill>
                <a:latin typeface="Tahoma"/>
                <a:ea typeface="Tahoma"/>
                <a:cs typeface="Tahoma"/>
              </a:defRPr>
            </a:pPr>
            <a:r>
              <a:rPr sz="1200" b="0">
                <a:solidFill>
                  <a:srgbClr val="FFFFFF"/>
                </a:solidFill>
                <a:latin typeface="Tahoma"/>
                <a:ea typeface="Tahoma"/>
                <a:cs typeface="Tahoma"/>
              </a:rPr>
              <a:t>เมตัส พานิช กายย์ • 6710405460</a:t>
            </a:r>
          </a:p>
        </p:txBody>
      </p:sp>
      <p:sp>
        <p:nvSpPr>
          <p:cNvPr id="20" name="">
            <a:extLst xmlns:a="http://schemas.openxmlformats.org/drawingml/2006/main">
              <a:ext uri="{FF2B5EF4-FFF2-40B4-BE49-F238E27FC236}">
                <a16:creationId xmlns:a16="http://schemas.microsoft.com/office/drawing/2014/main" id="{129FA791-313A-4560-8007-1880A161F30F}"/>
              </a:ext>
            </a:extLst>
          </p:cNvPr>
          <p:cNvSpPr>
            <a:spLocks xmlns:a="http://schemas.openxmlformats.org/drawingml/2006/main" noGrp="1"/>
          </p:cNvSpPr>
          <p:nvPr/>
        </p:nvSpPr>
        <p:spPr>
          <a:xfrm xmlns:a="http://schemas.openxmlformats.org/drawingml/2006/main">
            <a:off x="685800" y="6362700"/>
            <a:ext cx="10820400" cy="9525"/>
          </a:xfrm>
          <a:prstGeom xmlns:a="http://schemas.openxmlformats.org/drawingml/2006/main" prst="rect">
            <a:avLst/>
          </a:prstGeom>
          <a:solidFill xmlns:a="http://schemas.openxmlformats.org/drawingml/2006/main">
            <a:srgbClr val="29485B"/>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B1CE92AA-311F-4AC2-84E0-01323491784D}"/>
              </a:ext>
            </a:extLst>
          </p:cNvPr>
          <p:cNvSpPr>
            <a:spLocks xmlns:a="http://schemas.openxmlformats.org/drawingml/2006/main" noGrp="1"/>
          </p:cNvSpPr>
          <p:nvPr/>
        </p:nvSpPr>
        <p:spPr>
          <a:xfrm xmlns:a="http://schemas.openxmlformats.org/drawingml/2006/main">
            <a:off x="685800" y="64579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050" b="1">
                <a:solidFill>
                  <a:srgbClr val="BFD7DF"/>
                </a:solidFill>
                <a:latin typeface="Tahoma"/>
                <a:ea typeface="Tahoma"/>
                <a:cs typeface="Tahoma"/>
              </a:defRPr>
            </a:pPr>
            <a:r>
              <a:rPr sz="1050" b="1">
                <a:solidFill>
                  <a:srgbClr val="BFD7DF"/>
                </a:solidFill>
                <a:latin typeface="Tahoma"/>
                <a:ea typeface="Tahoma"/>
                <a:cs typeface="Tahoma"/>
              </a:rPr>
              <a:t>DART v1</a:t>
            </a:r>
          </a:p>
        </p:txBody>
      </p:sp>
      <p:sp>
        <p:nvSpPr>
          <p:cNvPr id="22" name="">
            <a:extLst xmlns:a="http://schemas.openxmlformats.org/drawingml/2006/main">
              <a:ext uri="{FF2B5EF4-FFF2-40B4-BE49-F238E27FC236}">
                <a16:creationId xmlns:a16="http://schemas.microsoft.com/office/drawing/2014/main" id="{E6D7A945-EE90-4B42-A339-BE99EB84402B}"/>
              </a:ext>
            </a:extLst>
          </p:cNvPr>
          <p:cNvSpPr>
            <a:spLocks xmlns:a="http://schemas.openxmlformats.org/drawingml/2006/main" noGrp="1"/>
          </p:cNvSpPr>
          <p:nvPr/>
        </p:nvSpPr>
        <p:spPr>
          <a:xfrm xmlns:a="http://schemas.openxmlformats.org/drawingml/2006/main">
            <a:off x="10763250" y="6457950"/>
            <a:ext cx="742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0000"/>
              </a:lnSpc>
              <a:buNone/>
              <a:defRPr sz="1050" b="1">
                <a:solidFill>
                  <a:srgbClr val="BFD7DF"/>
                </a:solidFill>
                <a:latin typeface="Tahoma"/>
                <a:ea typeface="Tahoma"/>
                <a:cs typeface="Tahoma"/>
              </a:defRPr>
            </a:pPr>
            <a:r>
              <a:rPr sz="1050" b="1">
                <a:solidFill>
                  <a:srgbClr val="BFD7DF"/>
                </a:solidFill>
                <a:latin typeface="Tahoma"/>
                <a:ea typeface="Tahoma"/>
                <a:cs typeface="Tahoma"/>
              </a:rPr>
              <a:t>01</a:t>
            </a:r>
          </a:p>
        </p:txBody>
      </p:sp>
    </p:spTree>
    <p:extLst>
      <p:ext uri="{BB962C8B-B14F-4D97-AF65-F5344CB8AC3E}">
        <p14:creationId xmlns:p14="http://schemas.microsoft.com/office/powerpoint/2010/main" val="1053015328"/>
      </p:ext>
    </p:extLst>
  </p:cSld>
</p:sld>
</file>

<file path=ppt/slides/slide2.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9CD2A60B-86F0-4340-850C-57C257572F0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0A6A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2D0BFF2-242C-40C0-B352-8EF82669E1A0}"/>
              </a:ext>
            </a:extLst>
          </p:cNvPr>
          <p:cNvSpPr>
            <a:spLocks xmlns:a="http://schemas.openxmlformats.org/drawingml/2006/main" noGrp="1"/>
          </p:cNvSpPr>
          <p:nvPr/>
        </p:nvSpPr>
        <p:spPr>
          <a:xfrm xmlns:a="http://schemas.openxmlformats.org/drawingml/2006/main">
            <a:off x="685800" y="3619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050" b="1">
                <a:solidFill>
                  <a:srgbClr val="00A6A6"/>
                </a:solidFill>
                <a:latin typeface="Tahoma"/>
                <a:ea typeface="Tahoma"/>
                <a:cs typeface="Tahoma"/>
              </a:defRPr>
            </a:pPr>
            <a:r>
              <a:rPr sz="1050" b="1">
                <a:solidFill>
                  <a:srgbClr val="00A6A6"/>
                </a:solidFill>
                <a:latin typeface="Tahoma"/>
                <a:ea typeface="Tahoma"/>
                <a:cs typeface="Tahoma"/>
              </a:rPr>
              <a:t>PROBLEM</a:t>
            </a:r>
          </a:p>
        </p:txBody>
      </p:sp>
      <p:sp>
        <p:nvSpPr>
          <p:cNvPr id="3" name="">
            <a:extLst xmlns:a="http://schemas.openxmlformats.org/drawingml/2006/main">
              <a:ext uri="{FF2B5EF4-FFF2-40B4-BE49-F238E27FC236}">
                <a16:creationId xmlns:a16="http://schemas.microsoft.com/office/drawing/2014/main" id="{E21083B2-5FB1-4847-86C0-B99D47F88753}"/>
              </a:ext>
            </a:extLst>
          </p:cNvPr>
          <p:cNvSpPr>
            <a:spLocks xmlns:a="http://schemas.openxmlformats.org/drawingml/2006/main" noGrp="1"/>
          </p:cNvSpPr>
          <p:nvPr/>
        </p:nvSpPr>
        <p:spPr>
          <a:xfrm xmlns:a="http://schemas.openxmlformats.org/drawingml/2006/main">
            <a:off x="685800" y="6667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3150" b="1">
                <a:solidFill>
                  <a:srgbClr val="0B1F33"/>
                </a:solidFill>
                <a:latin typeface="Tahoma"/>
                <a:ea typeface="Tahoma"/>
                <a:cs typeface="Tahoma"/>
              </a:defRPr>
            </a:pPr>
            <a:r>
              <a:rPr sz="3150" b="1">
                <a:solidFill>
                  <a:srgbClr val="0B1F33"/>
                </a:solidFill>
                <a:latin typeface="Tahoma"/>
                <a:ea typeface="Tahoma"/>
                <a:cs typeface="Tahoma"/>
              </a:rPr>
              <a:t>ข้อมูลทุกชิ้นไม่ได้ต้องการ reliability เท่ากัน</a:t>
            </a:r>
          </a:p>
        </p:txBody>
      </p:sp>
      <p:sp>
        <p:nvSpPr>
          <p:cNvPr id="4" name="">
            <a:extLst xmlns:a="http://schemas.openxmlformats.org/drawingml/2006/main">
              <a:ext uri="{FF2B5EF4-FFF2-40B4-BE49-F238E27FC236}">
                <a16:creationId xmlns:a16="http://schemas.microsoft.com/office/drawing/2014/main" id="{DE8AE7F7-7060-424E-8D38-B03822B676AF}"/>
              </a:ext>
            </a:extLst>
          </p:cNvPr>
          <p:cNvSpPr>
            <a:spLocks xmlns:a="http://schemas.openxmlformats.org/drawingml/2006/main" noGrp="1"/>
          </p:cNvSpPr>
          <p:nvPr/>
        </p:nvSpPr>
        <p:spPr>
          <a:xfrm xmlns:a="http://schemas.openxmlformats.org/drawingml/2006/main">
            <a:off x="685800" y="1304925"/>
            <a:ext cx="10820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425" b="0">
                <a:solidFill>
                  <a:srgbClr val="5E7182"/>
                </a:solidFill>
                <a:latin typeface="Tahoma"/>
                <a:ea typeface="Tahoma"/>
                <a:cs typeface="Tahoma"/>
              </a:defRPr>
            </a:pPr>
            <a:r>
              <a:rPr sz="1425" b="0">
                <a:solidFill>
                  <a:srgbClr val="5E7182"/>
                </a:solidFill>
                <a:latin typeface="Tahoma"/>
                <a:ea typeface="Tahoma"/>
                <a:cs typeface="Tahoma"/>
              </a:rPr>
              <a:t>ระบบ sensor หนึ่งระบบมีทั้งข้อมูลถี่ ค่าที่หมดอายุเร็ว และเหตุที่ห้ามหาย</a:t>
            </a:r>
          </a:p>
        </p:txBody>
      </p:sp>
      <p:sp>
        <p:nvSpPr>
          <p:cNvPr id="5" name="">
            <a:extLst xmlns:a="http://schemas.openxmlformats.org/drawingml/2006/main">
              <a:ext uri="{FF2B5EF4-FFF2-40B4-BE49-F238E27FC236}">
                <a16:creationId xmlns:a16="http://schemas.microsoft.com/office/drawing/2014/main" id="{A132A734-F8B8-4116-A407-D1AC96153522}"/>
              </a:ext>
            </a:extLst>
          </p:cNvPr>
          <p:cNvSpPr>
            <a:spLocks xmlns:a="http://schemas.openxmlformats.org/drawingml/2006/main" noGrp="1"/>
          </p:cNvSpPr>
          <p:nvPr/>
        </p:nvSpPr>
        <p:spPr>
          <a:xfrm xmlns:a="http://schemas.openxmlformats.org/drawingml/2006/main">
            <a:off x="685800" y="6362700"/>
            <a:ext cx="10820400" cy="9525"/>
          </a:xfrm>
          <a:prstGeom xmlns:a="http://schemas.openxmlformats.org/drawingml/2006/main" prst="rect">
            <a:avLst/>
          </a:prstGeom>
          <a:solidFill xmlns:a="http://schemas.openxmlformats.org/drawingml/2006/main">
            <a:srgbClr val="D6E1E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7D42262-F201-4A3B-9C04-CE0571798B07}"/>
              </a:ext>
            </a:extLst>
          </p:cNvPr>
          <p:cNvSpPr>
            <a:spLocks xmlns:a="http://schemas.openxmlformats.org/drawingml/2006/main" noGrp="1"/>
          </p:cNvSpPr>
          <p:nvPr/>
        </p:nvSpPr>
        <p:spPr>
          <a:xfrm xmlns:a="http://schemas.openxmlformats.org/drawingml/2006/main">
            <a:off x="685800" y="64579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050" b="1">
                <a:solidFill>
                  <a:srgbClr val="5E7182"/>
                </a:solidFill>
                <a:latin typeface="Tahoma"/>
                <a:ea typeface="Tahoma"/>
                <a:cs typeface="Tahoma"/>
              </a:defRPr>
            </a:pPr>
            <a:r>
              <a:rPr sz="1050" b="1">
                <a:solidFill>
                  <a:srgbClr val="5E7182"/>
                </a:solidFill>
                <a:latin typeface="Tahoma"/>
                <a:ea typeface="Tahoma"/>
                <a:cs typeface="Tahoma"/>
              </a:rPr>
              <a:t>DART v1</a:t>
            </a:r>
          </a:p>
        </p:txBody>
      </p:sp>
      <p:sp>
        <p:nvSpPr>
          <p:cNvPr id="7" name="">
            <a:extLst xmlns:a="http://schemas.openxmlformats.org/drawingml/2006/main">
              <a:ext uri="{FF2B5EF4-FFF2-40B4-BE49-F238E27FC236}">
                <a16:creationId xmlns:a16="http://schemas.microsoft.com/office/drawing/2014/main" id="{B5544AE8-CF13-4909-9FF9-35DA331F0BFD}"/>
              </a:ext>
            </a:extLst>
          </p:cNvPr>
          <p:cNvSpPr>
            <a:spLocks xmlns:a="http://schemas.openxmlformats.org/drawingml/2006/main" noGrp="1"/>
          </p:cNvSpPr>
          <p:nvPr/>
        </p:nvSpPr>
        <p:spPr>
          <a:xfrm xmlns:a="http://schemas.openxmlformats.org/drawingml/2006/main">
            <a:off x="10763250" y="6457950"/>
            <a:ext cx="742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0000"/>
              </a:lnSpc>
              <a:buNone/>
              <a:defRPr sz="1050" b="1">
                <a:solidFill>
                  <a:srgbClr val="5E7182"/>
                </a:solidFill>
                <a:latin typeface="Tahoma"/>
                <a:ea typeface="Tahoma"/>
                <a:cs typeface="Tahoma"/>
              </a:defRPr>
            </a:pPr>
            <a:r>
              <a:rPr sz="1050" b="1">
                <a:solidFill>
                  <a:srgbClr val="5E7182"/>
                </a:solidFill>
                <a:latin typeface="Tahoma"/>
                <a:ea typeface="Tahoma"/>
                <a:cs typeface="Tahoma"/>
              </a:rPr>
              <a:t>02</a:t>
            </a:r>
          </a:p>
        </p:txBody>
      </p:sp>
      <p:sp>
        <p:nvSpPr>
          <p:cNvPr id="8" name="">
            <a:extLst xmlns:a="http://schemas.openxmlformats.org/drawingml/2006/main">
              <a:ext uri="{FF2B5EF4-FFF2-40B4-BE49-F238E27FC236}">
                <a16:creationId xmlns:a16="http://schemas.microsoft.com/office/drawing/2014/main" id="{E6CE6DE3-2568-45A3-B850-FDE8EB1DCFF9}"/>
              </a:ext>
            </a:extLst>
          </p:cNvPr>
          <p:cNvSpPr>
            <a:spLocks xmlns:a="http://schemas.openxmlformats.org/drawingml/2006/main" noGrp="1"/>
          </p:cNvSpPr>
          <p:nvPr/>
        </p:nvSpPr>
        <p:spPr>
          <a:xfrm xmlns:a="http://schemas.openxmlformats.org/drawingml/2006/main">
            <a:off x="685800" y="2095500"/>
            <a:ext cx="95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350" b="1">
                <a:solidFill>
                  <a:srgbClr val="00A6A6"/>
                </a:solidFill>
                <a:latin typeface="Tahoma"/>
                <a:ea typeface="Tahoma"/>
                <a:cs typeface="Tahoma"/>
              </a:defRPr>
            </a:pPr>
            <a:r>
              <a:rPr sz="1350" b="1">
                <a:solidFill>
                  <a:srgbClr val="00A6A6"/>
                </a:solidFill>
                <a:latin typeface="Tahoma"/>
                <a:ea typeface="Tahoma"/>
                <a:cs typeface="Tahoma"/>
              </a:rPr>
              <a:t>01</a:t>
            </a:r>
          </a:p>
        </p:txBody>
      </p:sp>
      <p:sp>
        <p:nvSpPr>
          <p:cNvPr id="9" name="">
            <a:extLst xmlns:a="http://schemas.openxmlformats.org/drawingml/2006/main">
              <a:ext uri="{FF2B5EF4-FFF2-40B4-BE49-F238E27FC236}">
                <a16:creationId xmlns:a16="http://schemas.microsoft.com/office/drawing/2014/main" id="{93F54D69-2A7A-49D3-8E33-8BD6F4CE82DB}"/>
              </a:ext>
            </a:extLst>
          </p:cNvPr>
          <p:cNvSpPr>
            <a:spLocks xmlns:a="http://schemas.openxmlformats.org/drawingml/2006/main" noGrp="1"/>
          </p:cNvSpPr>
          <p:nvPr/>
        </p:nvSpPr>
        <p:spPr>
          <a:xfrm xmlns:a="http://schemas.openxmlformats.org/drawingml/2006/main">
            <a:off x="685800" y="2571750"/>
            <a:ext cx="295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2550" b="1">
                <a:solidFill>
                  <a:srgbClr val="0B1F33"/>
                </a:solidFill>
                <a:latin typeface="Tahoma"/>
                <a:ea typeface="Tahoma"/>
                <a:cs typeface="Tahoma"/>
              </a:defRPr>
            </a:pPr>
            <a:r>
              <a:rPr sz="2550" b="1">
                <a:solidFill>
                  <a:srgbClr val="0B1F33"/>
                </a:solidFill>
                <a:latin typeface="Tahoma"/>
                <a:ea typeface="Tahoma"/>
                <a:cs typeface="Tahoma"/>
              </a:rPr>
              <a:t>ค่าปกติ</a:t>
            </a:r>
          </a:p>
        </p:txBody>
      </p:sp>
      <p:sp>
        <p:nvSpPr>
          <p:cNvPr id="10" name="">
            <a:extLst xmlns:a="http://schemas.openxmlformats.org/drawingml/2006/main">
              <a:ext uri="{FF2B5EF4-FFF2-40B4-BE49-F238E27FC236}">
                <a16:creationId xmlns:a16="http://schemas.microsoft.com/office/drawing/2014/main" id="{D0F4734D-4BED-4557-8F5B-0F7E86B98669}"/>
              </a:ext>
            </a:extLst>
          </p:cNvPr>
          <p:cNvSpPr>
            <a:spLocks xmlns:a="http://schemas.openxmlformats.org/drawingml/2006/main" noGrp="1"/>
          </p:cNvSpPr>
          <p:nvPr/>
        </p:nvSpPr>
        <p:spPr>
          <a:xfrm xmlns:a="http://schemas.openxmlformats.org/drawingml/2006/main">
            <a:off x="685800" y="3286125"/>
            <a:ext cx="29527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5000"/>
              </a:lnSpc>
              <a:buNone/>
              <a:defRPr sz="1725" b="0">
                <a:solidFill>
                  <a:srgbClr val="172A3A"/>
                </a:solidFill>
                <a:latin typeface="Tahoma"/>
                <a:ea typeface="Tahoma"/>
                <a:cs typeface="Tahoma"/>
              </a:defRPr>
            </a:pPr>
            <a:r>
              <a:rPr sz="1725" b="0">
                <a:solidFill>
                  <a:srgbClr val="172A3A"/>
                </a:solidFill>
                <a:latin typeface="Tahoma"/>
                <a:ea typeface="Tahoma"/>
                <a:cs typeface="Tahoma"/>
              </a:rPr>
              <a:t>อุณหภูมิถูกส่งถี่</a:t>
            </a:r>
          </a:p>
          <a:p xmlns:a="http://schemas.openxmlformats.org/drawingml/2006/main">
            <a:pPr algn="l">
              <a:lnSpc>
                <a:spcPct val="125000"/>
              </a:lnSpc>
              <a:buNone/>
              <a:defRPr sz="1725" b="0">
                <a:solidFill>
                  <a:srgbClr val="172A3A"/>
                </a:solidFill>
                <a:latin typeface="Tahoma"/>
                <a:ea typeface="Tahoma"/>
                <a:cs typeface="Tahoma"/>
              </a:defRPr>
            </a:pPr>
            <a:r>
              <a:rPr sz="1725" b="0">
                <a:solidFill>
                  <a:srgbClr val="172A3A"/>
                </a:solidFill>
                <a:latin typeface="Tahoma"/>
                <a:ea typeface="Tahoma"/>
                <a:cs typeface="Tahoma"/>
              </a:rPr>
              <a:t>ยอมให้หายบางส่วนได้</a:t>
            </a:r>
          </a:p>
          <a:p xmlns:a="http://schemas.openxmlformats.org/drawingml/2006/main">
            <a:pPr algn="l">
              <a:lnSpc>
                <a:spcPct val="125000"/>
              </a:lnSpc>
              <a:buNone/>
              <a:defRPr sz="1725" b="0">
                <a:solidFill>
                  <a:srgbClr val="172A3A"/>
                </a:solidFill>
                <a:latin typeface="Tahoma"/>
                <a:ea typeface="Tahoma"/>
                <a:cs typeface="Tahoma"/>
              </a:defRPr>
            </a:pPr>
            <a:r>
              <a:rPr sz="1725" b="0">
                <a:solidFill>
                  <a:srgbClr val="172A3A"/>
                </a:solidFill>
                <a:latin typeface="Tahoma"/>
                <a:ea typeface="Tahoma"/>
                <a:cs typeface="Tahoma"/>
              </a:rPr>
              <a:t>เป้าหมายคือ overhead ต่ำ</a:t>
            </a:r>
          </a:p>
        </p:txBody>
      </p:sp>
      <p:sp>
        <p:nvSpPr>
          <p:cNvPr id="11" name="">
            <a:extLst xmlns:a="http://schemas.openxmlformats.org/drawingml/2006/main">
              <a:ext uri="{FF2B5EF4-FFF2-40B4-BE49-F238E27FC236}">
                <a16:creationId xmlns:a16="http://schemas.microsoft.com/office/drawing/2014/main" id="{E6CB6EDA-3D45-44D7-A41F-85CA4B33717A}"/>
              </a:ext>
            </a:extLst>
          </p:cNvPr>
          <p:cNvSpPr>
            <a:spLocks xmlns:a="http://schemas.openxmlformats.org/drawingml/2006/main" noGrp="1"/>
          </p:cNvSpPr>
          <p:nvPr/>
        </p:nvSpPr>
        <p:spPr>
          <a:xfrm xmlns:a="http://schemas.openxmlformats.org/drawingml/2006/main">
            <a:off x="685800" y="5048250"/>
            <a:ext cx="857250" cy="47625"/>
          </a:xfrm>
          <a:prstGeom xmlns:a="http://schemas.openxmlformats.org/drawingml/2006/main" prst="rect">
            <a:avLst/>
          </a:prstGeom>
          <a:solidFill xmlns:a="http://schemas.openxmlformats.org/drawingml/2006/main">
            <a:srgbClr val="00A6A6"/>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A9C775EE-444B-4535-8C4A-68BECF95E145}"/>
              </a:ext>
            </a:extLst>
          </p:cNvPr>
          <p:cNvSpPr>
            <a:spLocks xmlns:a="http://schemas.openxmlformats.org/drawingml/2006/main" noGrp="1"/>
          </p:cNvSpPr>
          <p:nvPr/>
        </p:nvSpPr>
        <p:spPr>
          <a:xfrm xmlns:a="http://schemas.openxmlformats.org/drawingml/2006/main">
            <a:off x="4019550" y="2047875"/>
            <a:ext cx="19050" cy="2857500"/>
          </a:xfrm>
          <a:prstGeom xmlns:a="http://schemas.openxmlformats.org/drawingml/2006/main" prst="rect">
            <a:avLst/>
          </a:prstGeom>
          <a:solidFill xmlns:a="http://schemas.openxmlformats.org/drawingml/2006/main">
            <a:srgbClr val="D6E1E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A3856085-D199-4754-9B0C-FF2A643A5CFF}"/>
              </a:ext>
            </a:extLst>
          </p:cNvPr>
          <p:cNvSpPr>
            <a:spLocks xmlns:a="http://schemas.openxmlformats.org/drawingml/2006/main" noGrp="1"/>
          </p:cNvSpPr>
          <p:nvPr/>
        </p:nvSpPr>
        <p:spPr>
          <a:xfrm xmlns:a="http://schemas.openxmlformats.org/drawingml/2006/main">
            <a:off x="4305300" y="2095500"/>
            <a:ext cx="95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350" b="1">
                <a:solidFill>
                  <a:srgbClr val="43D5C9"/>
                </a:solidFill>
                <a:latin typeface="Tahoma"/>
                <a:ea typeface="Tahoma"/>
                <a:cs typeface="Tahoma"/>
              </a:defRPr>
            </a:pPr>
            <a:r>
              <a:rPr sz="1350" b="1">
                <a:solidFill>
                  <a:srgbClr val="43D5C9"/>
                </a:solidFill>
                <a:latin typeface="Tahoma"/>
                <a:ea typeface="Tahoma"/>
                <a:cs typeface="Tahoma"/>
              </a:rPr>
              <a:t>02</a:t>
            </a:r>
          </a:p>
        </p:txBody>
      </p:sp>
      <p:sp>
        <p:nvSpPr>
          <p:cNvPr id="14" name="">
            <a:extLst xmlns:a="http://schemas.openxmlformats.org/drawingml/2006/main">
              <a:ext uri="{FF2B5EF4-FFF2-40B4-BE49-F238E27FC236}">
                <a16:creationId xmlns:a16="http://schemas.microsoft.com/office/drawing/2014/main" id="{2BF6B7CD-1278-4E72-A89C-5A510073D372}"/>
              </a:ext>
            </a:extLst>
          </p:cNvPr>
          <p:cNvSpPr>
            <a:spLocks xmlns:a="http://schemas.openxmlformats.org/drawingml/2006/main" noGrp="1"/>
          </p:cNvSpPr>
          <p:nvPr/>
        </p:nvSpPr>
        <p:spPr>
          <a:xfrm xmlns:a="http://schemas.openxmlformats.org/drawingml/2006/main">
            <a:off x="4305300" y="2571750"/>
            <a:ext cx="295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2550" b="1">
                <a:solidFill>
                  <a:srgbClr val="0B1F33"/>
                </a:solidFill>
                <a:latin typeface="Tahoma"/>
                <a:ea typeface="Tahoma"/>
                <a:cs typeface="Tahoma"/>
              </a:defRPr>
            </a:pPr>
            <a:r>
              <a:rPr sz="2550" b="1">
                <a:solidFill>
                  <a:srgbClr val="0B1F33"/>
                </a:solidFill>
                <a:latin typeface="Tahoma"/>
                <a:ea typeface="Tahoma"/>
                <a:cs typeface="Tahoma"/>
              </a:rPr>
              <a:t>ค่าล่าสุด</a:t>
            </a:r>
          </a:p>
        </p:txBody>
      </p:sp>
      <p:sp>
        <p:nvSpPr>
          <p:cNvPr id="15" name="">
            <a:extLst xmlns:a="http://schemas.openxmlformats.org/drawingml/2006/main">
              <a:ext uri="{FF2B5EF4-FFF2-40B4-BE49-F238E27FC236}">
                <a16:creationId xmlns:a16="http://schemas.microsoft.com/office/drawing/2014/main" id="{0F2251D0-C4A3-464B-8C80-EFDEB4992817}"/>
              </a:ext>
            </a:extLst>
          </p:cNvPr>
          <p:cNvSpPr>
            <a:spLocks xmlns:a="http://schemas.openxmlformats.org/drawingml/2006/main" noGrp="1"/>
          </p:cNvSpPr>
          <p:nvPr/>
        </p:nvSpPr>
        <p:spPr>
          <a:xfrm xmlns:a="http://schemas.openxmlformats.org/drawingml/2006/main">
            <a:off x="4305300" y="3286125"/>
            <a:ext cx="29527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5000"/>
              </a:lnSpc>
              <a:buNone/>
              <a:defRPr sz="1725" b="0">
                <a:solidFill>
                  <a:srgbClr val="172A3A"/>
                </a:solidFill>
                <a:latin typeface="Tahoma"/>
                <a:ea typeface="Tahoma"/>
                <a:cs typeface="Tahoma"/>
              </a:defRPr>
            </a:pPr>
            <a:r>
              <a:rPr sz="1725" b="0">
                <a:solidFill>
                  <a:srgbClr val="172A3A"/>
                </a:solidFill>
                <a:latin typeface="Tahoma"/>
                <a:ea typeface="Tahoma"/>
                <a:cs typeface="Tahoma"/>
              </a:rPr>
              <a:t>ตำแหน่งเก่าหมดประโยชน์</a:t>
            </a:r>
          </a:p>
          <a:p xmlns:a="http://schemas.openxmlformats.org/drawingml/2006/main">
            <a:pPr algn="l">
              <a:lnSpc>
                <a:spcPct val="125000"/>
              </a:lnSpc>
              <a:buNone/>
              <a:defRPr sz="1725" b="0">
                <a:solidFill>
                  <a:srgbClr val="172A3A"/>
                </a:solidFill>
                <a:latin typeface="Tahoma"/>
                <a:ea typeface="Tahoma"/>
                <a:cs typeface="Tahoma"/>
              </a:defRPr>
            </a:pPr>
            <a:r>
              <a:rPr sz="1725" b="0">
                <a:solidFill>
                  <a:srgbClr val="172A3A"/>
                </a:solidFill>
                <a:latin typeface="Tahoma"/>
                <a:ea typeface="Tahoma"/>
                <a:cs typeface="Tahoma"/>
              </a:rPr>
              <a:t>ค่าปัจจุบันสำคัญกว่า</a:t>
            </a:r>
          </a:p>
          <a:p xmlns:a="http://schemas.openxmlformats.org/drawingml/2006/main">
            <a:pPr algn="l">
              <a:lnSpc>
                <a:spcPct val="125000"/>
              </a:lnSpc>
              <a:buNone/>
              <a:defRPr sz="1725" b="0">
                <a:solidFill>
                  <a:srgbClr val="172A3A"/>
                </a:solidFill>
                <a:latin typeface="Tahoma"/>
                <a:ea typeface="Tahoma"/>
                <a:cs typeface="Tahoma"/>
              </a:defRPr>
            </a:pPr>
            <a:r>
              <a:rPr sz="1725" b="0">
                <a:solidFill>
                  <a:srgbClr val="172A3A"/>
                </a:solidFill>
                <a:latin typeface="Tahoma"/>
                <a:ea typeface="Tahoma"/>
                <a:cs typeface="Tahoma"/>
              </a:rPr>
              <a:t>เป้าหมายคือ freshness</a:t>
            </a:r>
          </a:p>
        </p:txBody>
      </p:sp>
      <p:sp>
        <p:nvSpPr>
          <p:cNvPr id="16" name="">
            <a:extLst xmlns:a="http://schemas.openxmlformats.org/drawingml/2006/main">
              <a:ext uri="{FF2B5EF4-FFF2-40B4-BE49-F238E27FC236}">
                <a16:creationId xmlns:a16="http://schemas.microsoft.com/office/drawing/2014/main" id="{6604EAC8-7E77-429A-84D4-44B96FC8A4D7}"/>
              </a:ext>
            </a:extLst>
          </p:cNvPr>
          <p:cNvSpPr>
            <a:spLocks xmlns:a="http://schemas.openxmlformats.org/drawingml/2006/main" noGrp="1"/>
          </p:cNvSpPr>
          <p:nvPr/>
        </p:nvSpPr>
        <p:spPr>
          <a:xfrm xmlns:a="http://schemas.openxmlformats.org/drawingml/2006/main">
            <a:off x="4305300" y="5048250"/>
            <a:ext cx="857250" cy="47625"/>
          </a:xfrm>
          <a:prstGeom xmlns:a="http://schemas.openxmlformats.org/drawingml/2006/main" prst="rect">
            <a:avLst/>
          </a:prstGeom>
          <a:solidFill xmlns:a="http://schemas.openxmlformats.org/drawingml/2006/main">
            <a:srgbClr val="43D5C9"/>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891E25B8-EBC3-495A-B1BF-A35127218AA1}"/>
              </a:ext>
            </a:extLst>
          </p:cNvPr>
          <p:cNvSpPr>
            <a:spLocks xmlns:a="http://schemas.openxmlformats.org/drawingml/2006/main" noGrp="1"/>
          </p:cNvSpPr>
          <p:nvPr/>
        </p:nvSpPr>
        <p:spPr>
          <a:xfrm xmlns:a="http://schemas.openxmlformats.org/drawingml/2006/main">
            <a:off x="7639050" y="2047875"/>
            <a:ext cx="19050" cy="2857500"/>
          </a:xfrm>
          <a:prstGeom xmlns:a="http://schemas.openxmlformats.org/drawingml/2006/main" prst="rect">
            <a:avLst/>
          </a:prstGeom>
          <a:solidFill xmlns:a="http://schemas.openxmlformats.org/drawingml/2006/main">
            <a:srgbClr val="D6E1E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FF458373-9C52-4308-92D3-07BC7DFB4113}"/>
              </a:ext>
            </a:extLst>
          </p:cNvPr>
          <p:cNvSpPr>
            <a:spLocks xmlns:a="http://schemas.openxmlformats.org/drawingml/2006/main" noGrp="1"/>
          </p:cNvSpPr>
          <p:nvPr/>
        </p:nvSpPr>
        <p:spPr>
          <a:xfrm xmlns:a="http://schemas.openxmlformats.org/drawingml/2006/main">
            <a:off x="7924800" y="2095500"/>
            <a:ext cx="95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350" b="1">
                <a:solidFill>
                  <a:srgbClr val="FF6B5E"/>
                </a:solidFill>
                <a:latin typeface="Tahoma"/>
                <a:ea typeface="Tahoma"/>
                <a:cs typeface="Tahoma"/>
              </a:defRPr>
            </a:pPr>
            <a:r>
              <a:rPr sz="1350" b="1">
                <a:solidFill>
                  <a:srgbClr val="FF6B5E"/>
                </a:solidFill>
                <a:latin typeface="Tahoma"/>
                <a:ea typeface="Tahoma"/>
                <a:cs typeface="Tahoma"/>
              </a:rPr>
              <a:t>03</a:t>
            </a:r>
          </a:p>
        </p:txBody>
      </p:sp>
      <p:sp>
        <p:nvSpPr>
          <p:cNvPr id="19" name="">
            <a:extLst xmlns:a="http://schemas.openxmlformats.org/drawingml/2006/main">
              <a:ext uri="{FF2B5EF4-FFF2-40B4-BE49-F238E27FC236}">
                <a16:creationId xmlns:a16="http://schemas.microsoft.com/office/drawing/2014/main" id="{A0401C6F-504C-48D1-A1CC-D5FE1DF515C2}"/>
              </a:ext>
            </a:extLst>
          </p:cNvPr>
          <p:cNvSpPr>
            <a:spLocks xmlns:a="http://schemas.openxmlformats.org/drawingml/2006/main" noGrp="1"/>
          </p:cNvSpPr>
          <p:nvPr/>
        </p:nvSpPr>
        <p:spPr>
          <a:xfrm xmlns:a="http://schemas.openxmlformats.org/drawingml/2006/main">
            <a:off x="7924800" y="2571750"/>
            <a:ext cx="295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2550" b="1">
                <a:solidFill>
                  <a:srgbClr val="0B1F33"/>
                </a:solidFill>
                <a:latin typeface="Tahoma"/>
                <a:ea typeface="Tahoma"/>
                <a:cs typeface="Tahoma"/>
              </a:defRPr>
            </a:pPr>
            <a:r>
              <a:rPr sz="2550" b="1">
                <a:solidFill>
                  <a:srgbClr val="0B1F33"/>
                </a:solidFill>
                <a:latin typeface="Tahoma"/>
                <a:ea typeface="Tahoma"/>
                <a:cs typeface="Tahoma"/>
              </a:rPr>
              <a:t>เหตุฉุกเฉิน</a:t>
            </a:r>
          </a:p>
        </p:txBody>
      </p:sp>
      <p:sp>
        <p:nvSpPr>
          <p:cNvPr id="20" name="">
            <a:extLst xmlns:a="http://schemas.openxmlformats.org/drawingml/2006/main">
              <a:ext uri="{FF2B5EF4-FFF2-40B4-BE49-F238E27FC236}">
                <a16:creationId xmlns:a16="http://schemas.microsoft.com/office/drawing/2014/main" id="{42091E28-CB25-4542-A6B0-63899E77392E}"/>
              </a:ext>
            </a:extLst>
          </p:cNvPr>
          <p:cNvSpPr>
            <a:spLocks xmlns:a="http://schemas.openxmlformats.org/drawingml/2006/main" noGrp="1"/>
          </p:cNvSpPr>
          <p:nvPr/>
        </p:nvSpPr>
        <p:spPr>
          <a:xfrm xmlns:a="http://schemas.openxmlformats.org/drawingml/2006/main">
            <a:off x="7924800" y="3286125"/>
            <a:ext cx="29527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25000"/>
              </a:lnSpc>
              <a:buNone/>
            </a:pPr>
            <a:r>
              <a:t>ไฟไหม้ต้องยืนยัน</a:t>
            </a:r>
          </a:p>
          <a:p xmlns:a="http://schemas.openxmlformats.org/drawingml/2006/main">
            <a:pPr>
              <a:lnSpc>
                <a:spcPct val="125000"/>
              </a:lnSpc>
              <a:buNone/>
            </a:pPr>
            <a:r>
              <a:t>ACK + timeout + bounded retry</a:t>
            </a:r>
          </a:p>
          <a:p xmlns:a="http://schemas.openxmlformats.org/drawingml/2006/main">
            <a:pPr>
              <a:lnSpc>
                <a:spcPct val="125000"/>
              </a:lnSpc>
              <a:buNone/>
            </a:pPr>
            <a:r>
              <a:t>กด side effect ซ้ำใน cache 60s</a:t>
            </a:r>
          </a:p>
        </p:txBody>
      </p:sp>
      <p:sp>
        <p:nvSpPr>
          <p:cNvPr id="21" name="">
            <a:extLst xmlns:a="http://schemas.openxmlformats.org/drawingml/2006/main">
              <a:ext uri="{FF2B5EF4-FFF2-40B4-BE49-F238E27FC236}">
                <a16:creationId xmlns:a16="http://schemas.microsoft.com/office/drawing/2014/main" id="{F9125FFB-CE5E-4524-9F49-0832CA0730E5}"/>
              </a:ext>
            </a:extLst>
          </p:cNvPr>
          <p:cNvSpPr>
            <a:spLocks xmlns:a="http://schemas.openxmlformats.org/drawingml/2006/main" noGrp="1"/>
          </p:cNvSpPr>
          <p:nvPr/>
        </p:nvSpPr>
        <p:spPr>
          <a:xfrm xmlns:a="http://schemas.openxmlformats.org/drawingml/2006/main">
            <a:off x="7924800" y="5048250"/>
            <a:ext cx="857250" cy="47625"/>
          </a:xfrm>
          <a:prstGeom xmlns:a="http://schemas.openxmlformats.org/drawingml/2006/main" prst="rect">
            <a:avLst/>
          </a:prstGeom>
          <a:solidFill xmlns:a="http://schemas.openxmlformats.org/drawingml/2006/main">
            <a:srgbClr val="FF6B5E"/>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5C96C339-DED8-490C-8B42-B0ABDF9BCA3C}"/>
              </a:ext>
            </a:extLst>
          </p:cNvPr>
          <p:cNvSpPr>
            <a:spLocks xmlns:a="http://schemas.openxmlformats.org/drawingml/2006/main" noGrp="1"/>
          </p:cNvSpPr>
          <p:nvPr/>
        </p:nvSpPr>
        <p:spPr>
          <a:xfrm xmlns:a="http://schemas.openxmlformats.org/drawingml/2006/main">
            <a:off x="1524000" y="5572125"/>
            <a:ext cx="914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0000"/>
              </a:lnSpc>
              <a:buNone/>
              <a:defRPr sz="1800" b="1">
                <a:solidFill>
                  <a:srgbClr val="0B1F33"/>
                </a:solidFill>
                <a:latin typeface="Tahoma"/>
                <a:ea typeface="Tahoma"/>
                <a:cs typeface="Tahoma"/>
              </a:defRPr>
            </a:pPr>
            <a:r>
              <a:rPr sz="1800" b="1">
                <a:solidFill>
                  <a:srgbClr val="0B1F33"/>
                </a:solidFill>
                <a:latin typeface="Tahoma"/>
                <a:ea typeface="Tahoma"/>
                <a:cs typeface="Tahoma"/>
              </a:rPr>
              <a:t>ถ้า ACK ทุกอย่าง: ช้าและเปลือง   |   ถ้าไม่ ACK เลย: critical อาจหาย</a:t>
            </a:r>
          </a:p>
        </p:txBody>
      </p:sp>
    </p:spTree>
    <p:extLst>
      <p:ext uri="{BB962C8B-B14F-4D97-AF65-F5344CB8AC3E}">
        <p14:creationId xmlns:p14="http://schemas.microsoft.com/office/powerpoint/2010/main" val="1326856767"/>
      </p:ext>
    </p:extLst>
  </p:cSld>
</p:sld>
</file>

<file path=ppt/slides/slide3.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63C45B75-9E01-4AA3-84C2-05D44EC82EC2}"/>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0A6A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F2EF956-C118-4560-A377-DBF4F0919C6C}"/>
              </a:ext>
            </a:extLst>
          </p:cNvPr>
          <p:cNvSpPr>
            <a:spLocks xmlns:a="http://schemas.openxmlformats.org/drawingml/2006/main" noGrp="1"/>
          </p:cNvSpPr>
          <p:nvPr/>
        </p:nvSpPr>
        <p:spPr>
          <a:xfrm xmlns:a="http://schemas.openxmlformats.org/drawingml/2006/main">
            <a:off x="685800" y="3619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050" b="1">
                <a:solidFill>
                  <a:srgbClr val="00A6A6"/>
                </a:solidFill>
                <a:latin typeface="Tahoma"/>
                <a:ea typeface="Tahoma"/>
                <a:cs typeface="Tahoma"/>
              </a:defRPr>
            </a:pPr>
            <a:r>
              <a:rPr sz="1050" b="1">
                <a:solidFill>
                  <a:srgbClr val="00A6A6"/>
                </a:solidFill>
                <a:latin typeface="Tahoma"/>
                <a:ea typeface="Tahoma"/>
                <a:cs typeface="Tahoma"/>
              </a:rPr>
              <a:t>PROJECT</a:t>
            </a:r>
          </a:p>
        </p:txBody>
      </p:sp>
      <p:sp>
        <p:nvSpPr>
          <p:cNvPr id="3" name="">
            <a:extLst xmlns:a="http://schemas.openxmlformats.org/drawingml/2006/main">
              <a:ext uri="{FF2B5EF4-FFF2-40B4-BE49-F238E27FC236}">
                <a16:creationId xmlns:a16="http://schemas.microsoft.com/office/drawing/2014/main" id="{B59756EB-CDB8-4E43-B4FF-30899E3ED0A3}"/>
              </a:ext>
            </a:extLst>
          </p:cNvPr>
          <p:cNvSpPr>
            <a:spLocks xmlns:a="http://schemas.openxmlformats.org/drawingml/2006/main" noGrp="1"/>
          </p:cNvSpPr>
          <p:nvPr/>
        </p:nvSpPr>
        <p:spPr>
          <a:xfrm xmlns:a="http://schemas.openxmlformats.org/drawingml/2006/main">
            <a:off x="685800" y="6667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3150" b="1">
                <a:solidFill>
                  <a:srgbClr val="0B1F33"/>
                </a:solidFill>
                <a:latin typeface="Tahoma"/>
                <a:ea typeface="Tahoma"/>
                <a:cs typeface="Tahoma"/>
              </a:defRPr>
            </a:pPr>
            <a:r>
              <a:rPr sz="3150" b="1">
                <a:solidFill>
                  <a:srgbClr val="0B1F33"/>
                </a:solidFill>
                <a:latin typeface="Tahoma"/>
                <a:ea typeface="Tahoma"/>
                <a:cs typeface="Tahoma"/>
              </a:rPr>
              <a:t>DART คืออะไร และสาธิตโดยไม่ใช้ hardware อย่างไร</a:t>
            </a:r>
          </a:p>
        </p:txBody>
      </p:sp>
      <p:sp>
        <p:nvSpPr>
          <p:cNvPr id="4" name="">
            <a:extLst xmlns:a="http://schemas.openxmlformats.org/drawingml/2006/main">
              <a:ext uri="{FF2B5EF4-FFF2-40B4-BE49-F238E27FC236}">
                <a16:creationId xmlns:a16="http://schemas.microsoft.com/office/drawing/2014/main" id="{31605FF7-77D6-41E1-B480-2B495BB4C77C}"/>
              </a:ext>
            </a:extLst>
          </p:cNvPr>
          <p:cNvSpPr>
            <a:spLocks xmlns:a="http://schemas.openxmlformats.org/drawingml/2006/main" noGrp="1"/>
          </p:cNvSpPr>
          <p:nvPr/>
        </p:nvSpPr>
        <p:spPr>
          <a:xfrm xmlns:a="http://schemas.openxmlformats.org/drawingml/2006/main">
            <a:off x="685800" y="1304925"/>
            <a:ext cx="10820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425" b="0">
                <a:solidFill>
                  <a:srgbClr val="5E7182"/>
                </a:solidFill>
                <a:latin typeface="Tahoma"/>
                <a:ea typeface="Tahoma"/>
                <a:cs typeface="Tahoma"/>
              </a:defRPr>
            </a:pPr>
            <a:r>
              <a:rPr sz="1425" b="0">
                <a:solidFill>
                  <a:srgbClr val="5E7182"/>
                </a:solidFill>
                <a:latin typeface="Tahoma"/>
                <a:ea typeface="Tahoma"/>
                <a:cs typeface="Tahoma"/>
              </a:rPr>
              <a:t>Virtual sensors สร้าง traffic แต่ packet เดินทางผ่าน UDP socket จริง</a:t>
            </a:r>
          </a:p>
        </p:txBody>
      </p:sp>
      <p:sp>
        <p:nvSpPr>
          <p:cNvPr id="5" name="">
            <a:extLst xmlns:a="http://schemas.openxmlformats.org/drawingml/2006/main">
              <a:ext uri="{FF2B5EF4-FFF2-40B4-BE49-F238E27FC236}">
                <a16:creationId xmlns:a16="http://schemas.microsoft.com/office/drawing/2014/main" id="{97D2B6DA-DA57-458B-8D82-DC79B99903A2}"/>
              </a:ext>
            </a:extLst>
          </p:cNvPr>
          <p:cNvSpPr>
            <a:spLocks xmlns:a="http://schemas.openxmlformats.org/drawingml/2006/main" noGrp="1"/>
          </p:cNvSpPr>
          <p:nvPr/>
        </p:nvSpPr>
        <p:spPr>
          <a:xfrm xmlns:a="http://schemas.openxmlformats.org/drawingml/2006/main">
            <a:off x="685800" y="6362700"/>
            <a:ext cx="10820400" cy="9525"/>
          </a:xfrm>
          <a:prstGeom xmlns:a="http://schemas.openxmlformats.org/drawingml/2006/main" prst="rect">
            <a:avLst/>
          </a:prstGeom>
          <a:solidFill xmlns:a="http://schemas.openxmlformats.org/drawingml/2006/main">
            <a:srgbClr val="D6E1E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A6651A1-9C0D-4BF0-859B-8F33D4E2B1C4}"/>
              </a:ext>
            </a:extLst>
          </p:cNvPr>
          <p:cNvSpPr>
            <a:spLocks xmlns:a="http://schemas.openxmlformats.org/drawingml/2006/main" noGrp="1"/>
          </p:cNvSpPr>
          <p:nvPr/>
        </p:nvSpPr>
        <p:spPr>
          <a:xfrm xmlns:a="http://schemas.openxmlformats.org/drawingml/2006/main">
            <a:off x="685800" y="64579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050" b="1">
                <a:solidFill>
                  <a:srgbClr val="5E7182"/>
                </a:solidFill>
                <a:latin typeface="Tahoma"/>
                <a:ea typeface="Tahoma"/>
                <a:cs typeface="Tahoma"/>
              </a:defRPr>
            </a:pPr>
            <a:r>
              <a:rPr sz="1050" b="1">
                <a:solidFill>
                  <a:srgbClr val="5E7182"/>
                </a:solidFill>
                <a:latin typeface="Tahoma"/>
                <a:ea typeface="Tahoma"/>
                <a:cs typeface="Tahoma"/>
              </a:rPr>
              <a:t>DART v1</a:t>
            </a:r>
          </a:p>
        </p:txBody>
      </p:sp>
      <p:sp>
        <p:nvSpPr>
          <p:cNvPr id="7" name="">
            <a:extLst xmlns:a="http://schemas.openxmlformats.org/drawingml/2006/main">
              <a:ext uri="{FF2B5EF4-FFF2-40B4-BE49-F238E27FC236}">
                <a16:creationId xmlns:a16="http://schemas.microsoft.com/office/drawing/2014/main" id="{922E2C92-6992-4EC0-90C5-0AA8CBB5249A}"/>
              </a:ext>
            </a:extLst>
          </p:cNvPr>
          <p:cNvSpPr>
            <a:spLocks xmlns:a="http://schemas.openxmlformats.org/drawingml/2006/main" noGrp="1"/>
          </p:cNvSpPr>
          <p:nvPr/>
        </p:nvSpPr>
        <p:spPr>
          <a:xfrm xmlns:a="http://schemas.openxmlformats.org/drawingml/2006/main">
            <a:off x="10763250" y="6457950"/>
            <a:ext cx="742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0000"/>
              </a:lnSpc>
              <a:buNone/>
              <a:defRPr sz="1050" b="1">
                <a:solidFill>
                  <a:srgbClr val="5E7182"/>
                </a:solidFill>
                <a:latin typeface="Tahoma"/>
                <a:ea typeface="Tahoma"/>
                <a:cs typeface="Tahoma"/>
              </a:defRPr>
            </a:pPr>
            <a:r>
              <a:rPr sz="1050" b="1">
                <a:solidFill>
                  <a:srgbClr val="5E7182"/>
                </a:solidFill>
                <a:latin typeface="Tahoma"/>
                <a:ea typeface="Tahoma"/>
                <a:cs typeface="Tahoma"/>
              </a:rPr>
              <a:t>03</a:t>
            </a:r>
          </a:p>
        </p:txBody>
      </p:sp>
      <p:sp>
        <p:nvSpPr>
          <p:cNvPr id="8" name="">
            <a:extLst xmlns:a="http://schemas.openxmlformats.org/drawingml/2006/main">
              <a:ext uri="{FF2B5EF4-FFF2-40B4-BE49-F238E27FC236}">
                <a16:creationId xmlns:a16="http://schemas.microsoft.com/office/drawing/2014/main" id="{CF044156-BFAB-42BA-9D36-D4898E381D1F}"/>
              </a:ext>
            </a:extLst>
          </p:cNvPr>
          <p:cNvSpPr>
            <a:spLocks xmlns:a="http://schemas.openxmlformats.org/drawingml/2006/main" noGrp="1"/>
          </p:cNvSpPr>
          <p:nvPr/>
        </p:nvSpPr>
        <p:spPr>
          <a:xfrm xmlns:a="http://schemas.openxmlformats.org/drawingml/2006/main">
            <a:off x="685800" y="1952625"/>
            <a:ext cx="3905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2175" b="1">
                <a:solidFill>
                  <a:srgbClr val="0B1F33"/>
                </a:solidFill>
                <a:latin typeface="Tahoma"/>
                <a:ea typeface="Tahoma"/>
                <a:cs typeface="Tahoma"/>
              </a:defRPr>
            </a:pPr>
            <a:r>
              <a:rPr sz="2175" b="1">
                <a:solidFill>
                  <a:srgbClr val="0B1F33"/>
                </a:solidFill>
                <a:latin typeface="Tahoma"/>
                <a:ea typeface="Tahoma"/>
                <a:cs typeface="Tahoma"/>
              </a:rPr>
              <a:t>วัตถุประสงค์</a:t>
            </a:r>
          </a:p>
        </p:txBody>
      </p:sp>
      <p:sp>
        <p:nvSpPr>
          <p:cNvPr id="9" name="">
            <a:extLst xmlns:a="http://schemas.openxmlformats.org/drawingml/2006/main">
              <a:ext uri="{FF2B5EF4-FFF2-40B4-BE49-F238E27FC236}">
                <a16:creationId xmlns:a16="http://schemas.microsoft.com/office/drawing/2014/main" id="{BF1A67E5-09E2-4070-83F1-A55852ECA31C}"/>
              </a:ext>
            </a:extLst>
          </p:cNvPr>
          <p:cNvSpPr>
            <a:spLocks xmlns:a="http://schemas.openxmlformats.org/drawingml/2006/main" noGrp="1"/>
          </p:cNvSpPr>
          <p:nvPr/>
        </p:nvSpPr>
        <p:spPr>
          <a:xfrm xmlns:a="http://schemas.openxmlformats.org/drawingml/2006/main">
            <a:off x="685800" y="2571750"/>
            <a:ext cx="4572000"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rmAutofit fontScale="100000"/>
          </a:bodyPr>
          <a:lstStyle xmlns:a="http://schemas.openxmlformats.org/drawingml/2006/main"/>
          <a:p xmlns:a="http://schemas.openxmlformats.org/drawingml/2006/main">
            <a:pPr marL="26" indent="-14">
              <a:lnSpc>
                <a:spcPct val="102000"/>
              </a:lnSpc>
              <a:spcAft>
                <a:spcPts val="12"/>
              </a:spcAft>
              <a:buNone/>
              <a:defRPr sz="1650">
                <a:solidFill>
                  <a:srgbClr val="172A3A"/>
                </a:solidFill>
                <a:latin typeface="Tahoma"/>
                <a:ea typeface="Tahoma"/>
                <a:cs typeface="Tahoma"/>
              </a:defRPr>
            </a:pPr>
            <a:r>
              <a:rPr sz="1650">
                <a:solidFill>
                  <a:srgbClr val="172A3A"/>
                </a:solidFill>
                <a:latin typeface="Tahoma"/>
                <a:ea typeface="Tahoma"/>
                <a:cs typeface="Tahoma"/>
              </a:rPr>
              <a:t>ออกแบบ syntax, semantics และ rules ของ protocol เอง</a:t>
            </a:r>
          </a:p>
          <a:p xmlns:a="http://schemas.openxmlformats.org/drawingml/2006/main">
            <a:pPr marL="26" indent="-14">
              <a:lnSpc>
                <a:spcPct val="102000"/>
              </a:lnSpc>
              <a:spcAft>
                <a:spcPts val="12"/>
              </a:spcAft>
              <a:buNone/>
              <a:defRPr sz="1650">
                <a:solidFill>
                  <a:srgbClr val="172A3A"/>
                </a:solidFill>
                <a:latin typeface="Tahoma"/>
                <a:ea typeface="Tahoma"/>
                <a:cs typeface="Tahoma"/>
              </a:defRPr>
            </a:pPr>
            <a:r>
              <a:rPr sz="1650">
                <a:solidFill>
                  <a:srgbClr val="172A3A"/>
                </a:solidFill>
                <a:latin typeface="Tahoma"/>
                <a:ea typeface="Tahoma"/>
                <a:cs typeface="Tahoma"/>
              </a:rPr>
              <a:t>รองรับหลาย logical connections พร้อมกัน</a:t>
            </a:r>
          </a:p>
          <a:p xmlns:a="http://schemas.openxmlformats.org/drawingml/2006/main">
            <a:pPr marL="26" indent="-14">
              <a:lnSpc>
                <a:spcPct val="102000"/>
              </a:lnSpc>
              <a:spcAft>
                <a:spcPts val="12"/>
              </a:spcAft>
              <a:buNone/>
              <a:defRPr sz="1650">
                <a:solidFill>
                  <a:srgbClr val="172A3A"/>
                </a:solidFill>
                <a:latin typeface="Tahoma"/>
                <a:ea typeface="Tahoma"/>
                <a:cs typeface="Tahoma"/>
              </a:defRPr>
            </a:pPr>
            <a:r>
              <a:rPr sz="1650">
                <a:solidFill>
                  <a:srgbClr val="172A3A"/>
                </a:solidFill>
                <a:latin typeface="Tahoma"/>
                <a:ea typeface="Tahoma"/>
                <a:cs typeface="Tahoma"/>
              </a:rPr>
              <a:t>พิสูจน์ ACK / timeout / retry / duplicate บน wire</a:t>
            </a:r>
          </a:p>
          <a:p xmlns:a="http://schemas.openxmlformats.org/drawingml/2006/main">
            <a:pPr marL="26" indent="-14">
              <a:lnSpc>
                <a:spcPct val="102000"/>
              </a:lnSpc>
              <a:spcAft>
                <a:spcPts val="12"/>
              </a:spcAft>
              <a:buNone/>
              <a:defRPr sz="1650">
                <a:solidFill>
                  <a:srgbClr val="172A3A"/>
                </a:solidFill>
                <a:latin typeface="Tahoma"/>
                <a:ea typeface="Tahoma"/>
                <a:cs typeface="Tahoma"/>
              </a:defRPr>
            </a:pPr>
            <a:r>
              <a:rPr sz="1650">
                <a:solidFill>
                  <a:srgbClr val="172A3A"/>
                </a:solidFill>
                <a:latin typeface="Tahoma"/>
                <a:ea typeface="Tahoma"/>
                <a:cs typeface="Tahoma"/>
              </a:rPr>
              <a:t>วัด trade-off ของ RAW, RELIABLE-ALL และ DART</a:t>
            </a:r>
          </a:p>
        </p:txBody>
      </p:sp>
      <p:sp>
        <p:nvSpPr>
          <p:cNvPr id="10" name="">
            <a:extLst xmlns:a="http://schemas.openxmlformats.org/drawingml/2006/main">
              <a:ext uri="{FF2B5EF4-FFF2-40B4-BE49-F238E27FC236}">
                <a16:creationId xmlns:a16="http://schemas.microsoft.com/office/drawing/2014/main" id="{DD3EDA42-16EE-4ABC-96E7-8621ECD046F1}"/>
              </a:ext>
            </a:extLst>
          </p:cNvPr>
          <p:cNvSpPr>
            <a:spLocks xmlns:a="http://schemas.openxmlformats.org/drawingml/2006/main" noGrp="1"/>
          </p:cNvSpPr>
          <p:nvPr/>
        </p:nvSpPr>
        <p:spPr>
          <a:xfrm xmlns:a="http://schemas.openxmlformats.org/drawingml/2006/main">
            <a:off x="6477000" y="2695575"/>
            <a:ext cx="1619250" cy="304800"/>
          </a:xfrm>
          <a:prstGeom xmlns:a="http://schemas.openxmlformats.org/drawingml/2006/main" prst="rightArrow">
            <a:avLst/>
          </a:prstGeom>
          <a:solidFill xmlns:a="http://schemas.openxmlformats.org/drawingml/2006/main">
            <a:srgbClr val="00A6A6"/>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93E093D-99C9-4738-B6DA-6F6806C58CE2}"/>
              </a:ext>
            </a:extLst>
          </p:cNvPr>
          <p:cNvSpPr>
            <a:spLocks xmlns:a="http://schemas.openxmlformats.org/drawingml/2006/main" noGrp="1"/>
          </p:cNvSpPr>
          <p:nvPr/>
        </p:nvSpPr>
        <p:spPr>
          <a:xfrm xmlns:a="http://schemas.openxmlformats.org/drawingml/2006/main">
            <a:off x="9105900" y="2695575"/>
            <a:ext cx="1143000" cy="304800"/>
          </a:xfrm>
          <a:prstGeom xmlns:a="http://schemas.openxmlformats.org/drawingml/2006/main" prst="rightArrow">
            <a:avLst/>
          </a:prstGeom>
          <a:solidFill xmlns:a="http://schemas.openxmlformats.org/drawingml/2006/main">
            <a:srgbClr val="FF6B5E"/>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AC3E929-AEE9-452E-9E9A-B35DAD4668AF}"/>
              </a:ext>
            </a:extLst>
          </p:cNvPr>
          <p:cNvSpPr>
            <a:spLocks xmlns:a="http://schemas.openxmlformats.org/drawingml/2006/main" noGrp="1"/>
          </p:cNvSpPr>
          <p:nvPr/>
        </p:nvSpPr>
        <p:spPr>
          <a:xfrm xmlns:a="http://schemas.openxmlformats.org/drawingml/2006/main">
            <a:off x="5572125" y="2238375"/>
            <a:ext cx="1428750" cy="12573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19050">
            <a:solidFill>
              <a:srgbClr val="D6E1E8"/>
            </a:solidFill>
            <a:prstDash val="solid"/>
          </a:ln>
        </p:spPr>
      </p:sp>
      <p:sp>
        <p:nvSpPr>
          <p:cNvPr id="13" name="">
            <a:extLst xmlns:a="http://schemas.openxmlformats.org/drawingml/2006/main">
              <a:ext uri="{FF2B5EF4-FFF2-40B4-BE49-F238E27FC236}">
                <a16:creationId xmlns:a16="http://schemas.microsoft.com/office/drawing/2014/main" id="{6AAC030A-4A28-4421-A590-5C23EC1C402D}"/>
              </a:ext>
            </a:extLst>
          </p:cNvPr>
          <p:cNvSpPr>
            <a:spLocks xmlns:a="http://schemas.openxmlformats.org/drawingml/2006/main" noGrp="1"/>
          </p:cNvSpPr>
          <p:nvPr/>
        </p:nvSpPr>
        <p:spPr>
          <a:xfrm xmlns:a="http://schemas.openxmlformats.org/drawingml/2006/main">
            <a:off x="7620000" y="2238375"/>
            <a:ext cx="1809750" cy="1257300"/>
          </a:xfrm>
          <a:prstGeom xmlns:a="http://schemas.openxmlformats.org/drawingml/2006/main" prst="roundRect">
            <a:avLst>
              <a:gd name="adj" fmla="val 9091"/>
            </a:avLst>
          </a:prstGeom>
          <a:solidFill xmlns:a="http://schemas.openxmlformats.org/drawingml/2006/main">
            <a:srgbClr val="0B1F33"/>
          </a:solidFill>
          <a:ln xmlns:a="http://schemas.openxmlformats.org/drawingml/2006/main" w="9525">
            <a:solidFill>
              <a:srgbClr val="0B1F33"/>
            </a:solidFill>
            <a:prstDash val="solid"/>
          </a:ln>
        </p:spPr>
      </p:sp>
      <p:sp>
        <p:nvSpPr>
          <p:cNvPr id="14" name="">
            <a:extLst xmlns:a="http://schemas.openxmlformats.org/drawingml/2006/main">
              <a:ext uri="{FF2B5EF4-FFF2-40B4-BE49-F238E27FC236}">
                <a16:creationId xmlns:a16="http://schemas.microsoft.com/office/drawing/2014/main" id="{364E92CA-4AE5-4A51-A439-2777DE68BC29}"/>
              </a:ext>
            </a:extLst>
          </p:cNvPr>
          <p:cNvSpPr>
            <a:spLocks xmlns:a="http://schemas.openxmlformats.org/drawingml/2006/main" noGrp="1"/>
          </p:cNvSpPr>
          <p:nvPr/>
        </p:nvSpPr>
        <p:spPr>
          <a:xfrm xmlns:a="http://schemas.openxmlformats.org/drawingml/2006/main">
            <a:off x="10001250" y="2238375"/>
            <a:ext cx="1504950" cy="12573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19050">
            <a:solidFill>
              <a:srgbClr val="D6E1E8"/>
            </a:solidFill>
            <a:prstDash val="solid"/>
          </a:ln>
        </p:spPr>
      </p:sp>
      <p:sp>
        <p:nvSpPr>
          <p:cNvPr id="15" name="">
            <a:extLst xmlns:a="http://schemas.openxmlformats.org/drawingml/2006/main">
              <a:ext uri="{FF2B5EF4-FFF2-40B4-BE49-F238E27FC236}">
                <a16:creationId xmlns:a16="http://schemas.microsoft.com/office/drawing/2014/main" id="{455E2329-8C32-43CA-9FF9-E334910863B7}"/>
              </a:ext>
            </a:extLst>
          </p:cNvPr>
          <p:cNvSpPr>
            <a:spLocks xmlns:a="http://schemas.openxmlformats.org/drawingml/2006/main" noGrp="1"/>
          </p:cNvSpPr>
          <p:nvPr/>
        </p:nvSpPr>
        <p:spPr>
          <a:xfrm xmlns:a="http://schemas.openxmlformats.org/drawingml/2006/main">
            <a:off x="5762625" y="2505075"/>
            <a:ext cx="1047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0000"/>
              </a:lnSpc>
              <a:buNone/>
              <a:defRPr sz="1875" b="1">
                <a:solidFill>
                  <a:srgbClr val="0B1F33"/>
                </a:solidFill>
                <a:latin typeface="Tahoma"/>
                <a:ea typeface="Tahoma"/>
                <a:cs typeface="Tahoma"/>
              </a:defRPr>
            </a:pPr>
            <a:r>
              <a:rPr sz="1875" b="1">
                <a:solidFill>
                  <a:srgbClr val="0B1F33"/>
                </a:solidFill>
                <a:latin typeface="Tahoma"/>
                <a:ea typeface="Tahoma"/>
                <a:cs typeface="Tahoma"/>
              </a:rPr>
              <a:t>Virtual</a:t>
            </a:r>
          </a:p>
          <a:p xmlns:a="http://schemas.openxmlformats.org/drawingml/2006/main">
            <a:pPr algn="ctr">
              <a:lnSpc>
                <a:spcPct val="100000"/>
              </a:lnSpc>
              <a:buNone/>
              <a:defRPr sz="1875" b="1">
                <a:solidFill>
                  <a:srgbClr val="0B1F33"/>
                </a:solidFill>
                <a:latin typeface="Tahoma"/>
                <a:ea typeface="Tahoma"/>
                <a:cs typeface="Tahoma"/>
              </a:defRPr>
            </a:pPr>
            <a:r>
              <a:rPr sz="1875" b="1">
                <a:solidFill>
                  <a:srgbClr val="0B1F33"/>
                </a:solidFill>
                <a:latin typeface="Tahoma"/>
                <a:ea typeface="Tahoma"/>
                <a:cs typeface="Tahoma"/>
              </a:rPr>
              <a:t>sensors</a:t>
            </a:r>
          </a:p>
        </p:txBody>
      </p:sp>
      <p:sp>
        <p:nvSpPr>
          <p:cNvPr id="16" name="">
            <a:extLst xmlns:a="http://schemas.openxmlformats.org/drawingml/2006/main">
              <a:ext uri="{FF2B5EF4-FFF2-40B4-BE49-F238E27FC236}">
                <a16:creationId xmlns:a16="http://schemas.microsoft.com/office/drawing/2014/main" id="{D4C68ECB-F389-4AAD-A870-5259E37952D2}"/>
              </a:ext>
            </a:extLst>
          </p:cNvPr>
          <p:cNvSpPr>
            <a:spLocks xmlns:a="http://schemas.openxmlformats.org/drawingml/2006/main" noGrp="1"/>
          </p:cNvSpPr>
          <p:nvPr/>
        </p:nvSpPr>
        <p:spPr>
          <a:xfrm xmlns:a="http://schemas.openxmlformats.org/drawingml/2006/main">
            <a:off x="7810500" y="2476500"/>
            <a:ext cx="14287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3333"/>
          </a:bodyPr>
          <a:lstStyle xmlns:a="http://schemas.openxmlformats.org/drawingml/2006/main"/>
          <a:p xmlns:a="http://schemas.openxmlformats.org/drawingml/2006/main">
            <a:pPr algn="ctr">
              <a:lnSpc>
                <a:spcPct val="100000"/>
              </a:lnSpc>
              <a:buNone/>
              <a:defRPr sz="1875" b="1">
                <a:solidFill>
                  <a:srgbClr val="FFFFFF"/>
                </a:solidFill>
                <a:latin typeface="Tahoma"/>
                <a:ea typeface="Tahoma"/>
                <a:cs typeface="Tahoma"/>
              </a:defRPr>
            </a:pPr>
            <a:r>
              <a:rPr sz="1875" b="1">
                <a:solidFill>
                  <a:srgbClr val="FFFFFF"/>
                </a:solidFill>
                <a:latin typeface="Tahoma"/>
                <a:ea typeface="Tahoma"/>
                <a:cs typeface="Tahoma"/>
              </a:rPr>
              <a:t>UDP</a:t>
            </a:r>
          </a:p>
          <a:p xmlns:a="http://schemas.openxmlformats.org/drawingml/2006/main">
            <a:pPr algn="ctr">
              <a:lnSpc>
                <a:spcPct val="100000"/>
              </a:lnSpc>
              <a:buNone/>
              <a:defRPr sz="1875" b="1">
                <a:solidFill>
                  <a:srgbClr val="FFFFFF"/>
                </a:solidFill>
                <a:latin typeface="Tahoma"/>
                <a:ea typeface="Tahoma"/>
                <a:cs typeface="Tahoma"/>
              </a:defRPr>
            </a:pPr>
            <a:r>
              <a:rPr sz="1875" b="1">
                <a:solidFill>
                  <a:srgbClr val="FFFFFF"/>
                </a:solidFill>
                <a:latin typeface="Tahoma"/>
                <a:ea typeface="Tahoma"/>
                <a:cs typeface="Tahoma"/>
              </a:rPr>
              <a:t>DART packets</a:t>
            </a:r>
          </a:p>
        </p:txBody>
      </p:sp>
      <p:sp>
        <p:nvSpPr>
          <p:cNvPr id="17" name="">
            <a:extLst xmlns:a="http://schemas.openxmlformats.org/drawingml/2006/main">
              <a:ext uri="{FF2B5EF4-FFF2-40B4-BE49-F238E27FC236}">
                <a16:creationId xmlns:a16="http://schemas.microsoft.com/office/drawing/2014/main" id="{89264F8C-359A-42A8-BD8D-69088C52E1EE}"/>
              </a:ext>
            </a:extLst>
          </p:cNvPr>
          <p:cNvSpPr>
            <a:spLocks xmlns:a="http://schemas.openxmlformats.org/drawingml/2006/main" noGrp="1"/>
          </p:cNvSpPr>
          <p:nvPr/>
        </p:nvSpPr>
        <p:spPr>
          <a:xfrm xmlns:a="http://schemas.openxmlformats.org/drawingml/2006/main">
            <a:off x="10191750" y="2505075"/>
            <a:ext cx="11239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2593"/>
          </a:bodyPr>
          <a:lstStyle xmlns:a="http://schemas.openxmlformats.org/drawingml/2006/main"/>
          <a:p xmlns:a="http://schemas.openxmlformats.org/drawingml/2006/main">
            <a:pPr algn="ctr">
              <a:lnSpc>
                <a:spcPct val="100000"/>
              </a:lnSpc>
              <a:buNone/>
              <a:defRPr sz="1800" b="1">
                <a:solidFill>
                  <a:srgbClr val="0B1F33"/>
                </a:solidFill>
                <a:latin typeface="Tahoma"/>
                <a:ea typeface="Tahoma"/>
                <a:cs typeface="Tahoma"/>
              </a:defRPr>
            </a:pPr>
            <a:r>
              <a:rPr sz="1800" b="1">
                <a:solidFill>
                  <a:srgbClr val="0B1F33"/>
                </a:solidFill>
                <a:latin typeface="Tahoma"/>
                <a:ea typeface="Tahoma"/>
                <a:cs typeface="Tahoma"/>
              </a:rPr>
              <a:t>Server</a:t>
            </a:r>
          </a:p>
          <a:p xmlns:a="http://schemas.openxmlformats.org/drawingml/2006/main">
            <a:pPr algn="ctr">
              <a:lnSpc>
                <a:spcPct val="100000"/>
              </a:lnSpc>
              <a:buNone/>
              <a:defRPr sz="1800" b="1">
                <a:solidFill>
                  <a:srgbClr val="0B1F33"/>
                </a:solidFill>
                <a:latin typeface="Tahoma"/>
                <a:ea typeface="Tahoma"/>
                <a:cs typeface="Tahoma"/>
              </a:defRPr>
            </a:pPr>
            <a:r>
              <a:rPr sz="1800" b="1">
                <a:solidFill>
                  <a:srgbClr val="0B1F33"/>
                </a:solidFill>
                <a:latin typeface="Tahoma"/>
                <a:ea typeface="Tahoma"/>
                <a:cs typeface="Tahoma"/>
              </a:rPr>
              <a:t>worker pool</a:t>
            </a:r>
          </a:p>
        </p:txBody>
      </p:sp>
      <p:sp>
        <p:nvSpPr>
          <p:cNvPr id="18" name="">
            <a:extLst xmlns:a="http://schemas.openxmlformats.org/drawingml/2006/main">
              <a:ext uri="{FF2B5EF4-FFF2-40B4-BE49-F238E27FC236}">
                <a16:creationId xmlns:a16="http://schemas.microsoft.com/office/drawing/2014/main" id="{B2BCD4BD-D3C0-436C-9432-30B9350461FF}"/>
              </a:ext>
            </a:extLst>
          </p:cNvPr>
          <p:cNvSpPr>
            <a:spLocks xmlns:a="http://schemas.openxmlformats.org/drawingml/2006/main" noGrp="1"/>
          </p:cNvSpPr>
          <p:nvPr/>
        </p:nvSpPr>
        <p:spPr>
          <a:xfrm xmlns:a="http://schemas.openxmlformats.org/drawingml/2006/main">
            <a:off x="5715000" y="4095750"/>
            <a:ext cx="56673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8876"/>
          </a:bodyPr>
          <a:lstStyle xmlns:a="http://schemas.openxmlformats.org/drawingml/2006/main"/>
          <a:p xmlns:a="http://schemas.openxmlformats.org/drawingml/2006/main">
            <a:pPr algn="ctr">
              <a:lnSpc>
                <a:spcPct val="100000"/>
              </a:lnSpc>
              <a:buNone/>
              <a:defRPr sz="1725" b="1">
                <a:solidFill>
                  <a:srgbClr val="00A6A6"/>
                </a:solidFill>
                <a:latin typeface="Tahoma"/>
                <a:ea typeface="Tahoma"/>
                <a:cs typeface="Tahoma"/>
              </a:defRPr>
            </a:pPr>
            <a:r>
              <a:rPr sz="1725" b="1">
                <a:solidFill>
                  <a:srgbClr val="00A6A6"/>
                </a:solidFill>
                <a:latin typeface="Tahoma"/>
                <a:ea typeface="Tahoma"/>
                <a:cs typeface="Tahoma"/>
              </a:rPr>
              <a:t>ไม่มี sensor จริง • ไม่มี GUI dependency • รันได้บนเครื่องเดียว</a:t>
            </a:r>
          </a:p>
        </p:txBody>
      </p:sp>
      <p:sp>
        <p:nvSpPr>
          <p:cNvPr id="19" name="">
            <a:extLst xmlns:a="http://schemas.openxmlformats.org/drawingml/2006/main">
              <a:ext uri="{FF2B5EF4-FFF2-40B4-BE49-F238E27FC236}">
                <a16:creationId xmlns:a16="http://schemas.microsoft.com/office/drawing/2014/main" id="{82189B8D-E219-40E1-964D-6BF3CAEA0ECC}"/>
              </a:ext>
            </a:extLst>
          </p:cNvPr>
          <p:cNvSpPr>
            <a:spLocks xmlns:a="http://schemas.openxmlformats.org/drawingml/2006/main" noGrp="1"/>
          </p:cNvSpPr>
          <p:nvPr/>
        </p:nvSpPr>
        <p:spPr>
          <a:xfrm xmlns:a="http://schemas.openxmlformats.org/drawingml/2006/main">
            <a:off x="5715000" y="4810125"/>
            <a:ext cx="56673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0000"/>
              </a:lnSpc>
              <a:buNone/>
              <a:defRPr sz="2325" b="1">
                <a:solidFill>
                  <a:srgbClr val="0B1F33"/>
                </a:solidFill>
                <a:latin typeface="Tahoma"/>
                <a:ea typeface="Tahoma"/>
                <a:cs typeface="Tahoma"/>
              </a:defRPr>
            </a:pPr>
            <a:r>
              <a:rPr sz="2325" b="1">
                <a:solidFill>
                  <a:srgbClr val="0B1F33"/>
                </a:solidFill>
                <a:latin typeface="Tahoma"/>
                <a:ea typeface="Tahoma"/>
                <a:cs typeface="Tahoma"/>
              </a:rPr>
              <a:t>App มีหน้าที่แค่พิสูจน์ protocol</a:t>
            </a:r>
          </a:p>
        </p:txBody>
      </p:sp>
    </p:spTree>
    <p:extLst>
      <p:ext uri="{BB962C8B-B14F-4D97-AF65-F5344CB8AC3E}">
        <p14:creationId xmlns:p14="http://schemas.microsoft.com/office/powerpoint/2010/main" val="2099347224"/>
      </p:ext>
    </p:extLst>
  </p:cSld>
</p:sld>
</file>

<file path=ppt/slides/slide4.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3DEFB24C-62FF-49D2-BB21-86273799A7D1}"/>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0A6A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76B881F-C52E-412F-922B-2B9A476B94B8}"/>
              </a:ext>
            </a:extLst>
          </p:cNvPr>
          <p:cNvSpPr>
            <a:spLocks xmlns:a="http://schemas.openxmlformats.org/drawingml/2006/main" noGrp="1"/>
          </p:cNvSpPr>
          <p:nvPr/>
        </p:nvSpPr>
        <p:spPr>
          <a:xfrm xmlns:a="http://schemas.openxmlformats.org/drawingml/2006/main">
            <a:off x="685800" y="3619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050" b="1">
                <a:solidFill>
                  <a:srgbClr val="00A6A6"/>
                </a:solidFill>
                <a:latin typeface="Tahoma"/>
                <a:ea typeface="Tahoma"/>
                <a:cs typeface="Tahoma"/>
              </a:defRPr>
            </a:pPr>
            <a:r>
              <a:rPr sz="1050" b="1">
                <a:solidFill>
                  <a:srgbClr val="00A6A6"/>
                </a:solidFill>
                <a:latin typeface="Tahoma"/>
                <a:ea typeface="Tahoma"/>
                <a:cs typeface="Tahoma"/>
              </a:rPr>
              <a:t>TRANSPORT</a:t>
            </a:r>
          </a:p>
        </p:txBody>
      </p:sp>
      <p:sp>
        <p:nvSpPr>
          <p:cNvPr id="3" name="">
            <a:extLst xmlns:a="http://schemas.openxmlformats.org/drawingml/2006/main">
              <a:ext uri="{FF2B5EF4-FFF2-40B4-BE49-F238E27FC236}">
                <a16:creationId xmlns:a16="http://schemas.microsoft.com/office/drawing/2014/main" id="{C036A5EB-014A-46BF-9288-237CB1CFB8C8}"/>
              </a:ext>
            </a:extLst>
          </p:cNvPr>
          <p:cNvSpPr>
            <a:spLocks xmlns:a="http://schemas.openxmlformats.org/drawingml/2006/main" noGrp="1"/>
          </p:cNvSpPr>
          <p:nvPr/>
        </p:nvSpPr>
        <p:spPr>
          <a:xfrm xmlns:a="http://schemas.openxmlformats.org/drawingml/2006/main">
            <a:off x="685800" y="6667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3150" b="1">
                <a:solidFill>
                  <a:srgbClr val="0B1F33"/>
                </a:solidFill>
                <a:latin typeface="Tahoma"/>
                <a:ea typeface="Tahoma"/>
                <a:cs typeface="Tahoma"/>
              </a:defRPr>
            </a:pPr>
            <a:r>
              <a:rPr sz="3150" b="1">
                <a:solidFill>
                  <a:srgbClr val="0B1F33"/>
                </a:solidFill>
                <a:latin typeface="Tahoma"/>
                <a:ea typeface="Tahoma"/>
                <a:cs typeface="Tahoma"/>
              </a:rPr>
              <a:t>ทำไมเลือก UDP แทน TCP</a:t>
            </a:r>
          </a:p>
        </p:txBody>
      </p:sp>
      <p:sp>
        <p:nvSpPr>
          <p:cNvPr id="4" name="">
            <a:extLst xmlns:a="http://schemas.openxmlformats.org/drawingml/2006/main">
              <a:ext uri="{FF2B5EF4-FFF2-40B4-BE49-F238E27FC236}">
                <a16:creationId xmlns:a16="http://schemas.microsoft.com/office/drawing/2014/main" id="{8A76B64E-4ACB-4809-9D5D-8219C21593ED}"/>
              </a:ext>
            </a:extLst>
          </p:cNvPr>
          <p:cNvSpPr>
            <a:spLocks xmlns:a="http://schemas.openxmlformats.org/drawingml/2006/main" noGrp="1"/>
          </p:cNvSpPr>
          <p:nvPr/>
        </p:nvSpPr>
        <p:spPr>
          <a:xfrm xmlns:a="http://schemas.openxmlformats.org/drawingml/2006/main">
            <a:off x="685800" y="1304925"/>
            <a:ext cx="10820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425" b="0">
                <a:solidFill>
                  <a:srgbClr val="5E7182"/>
                </a:solidFill>
                <a:latin typeface="Tahoma"/>
                <a:ea typeface="Tahoma"/>
                <a:cs typeface="Tahoma"/>
              </a:defRPr>
            </a:pPr>
            <a:r>
              <a:rPr sz="1425" b="0">
                <a:solidFill>
                  <a:srgbClr val="5E7182"/>
                </a:solidFill>
                <a:latin typeface="Tahoma"/>
                <a:ea typeface="Tahoma"/>
                <a:cs typeface="Tahoma"/>
              </a:rPr>
              <a:t>ไม่ใช่เพราะ UDP ดีกว่าเสมอ แต่เพราะ DART ต้องเลือก reliability ในระดับข้อความ</a:t>
            </a:r>
          </a:p>
        </p:txBody>
      </p:sp>
      <p:sp>
        <p:nvSpPr>
          <p:cNvPr id="5" name="">
            <a:extLst xmlns:a="http://schemas.openxmlformats.org/drawingml/2006/main">
              <a:ext uri="{FF2B5EF4-FFF2-40B4-BE49-F238E27FC236}">
                <a16:creationId xmlns:a16="http://schemas.microsoft.com/office/drawing/2014/main" id="{EAB9C7EA-B23C-42C4-ADD5-EE36462357B8}"/>
              </a:ext>
            </a:extLst>
          </p:cNvPr>
          <p:cNvSpPr>
            <a:spLocks xmlns:a="http://schemas.openxmlformats.org/drawingml/2006/main" noGrp="1"/>
          </p:cNvSpPr>
          <p:nvPr/>
        </p:nvSpPr>
        <p:spPr>
          <a:xfrm xmlns:a="http://schemas.openxmlformats.org/drawingml/2006/main">
            <a:off x="685800" y="6362700"/>
            <a:ext cx="10820400" cy="9525"/>
          </a:xfrm>
          <a:prstGeom xmlns:a="http://schemas.openxmlformats.org/drawingml/2006/main" prst="rect">
            <a:avLst/>
          </a:prstGeom>
          <a:solidFill xmlns:a="http://schemas.openxmlformats.org/drawingml/2006/main">
            <a:srgbClr val="D6E1E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05DB1D0-2014-41C4-91CD-96D5DFD1F27F}"/>
              </a:ext>
            </a:extLst>
          </p:cNvPr>
          <p:cNvSpPr>
            <a:spLocks xmlns:a="http://schemas.openxmlformats.org/drawingml/2006/main" noGrp="1"/>
          </p:cNvSpPr>
          <p:nvPr/>
        </p:nvSpPr>
        <p:spPr>
          <a:xfrm xmlns:a="http://schemas.openxmlformats.org/drawingml/2006/main">
            <a:off x="685800" y="64579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050" b="1">
                <a:solidFill>
                  <a:srgbClr val="5E7182"/>
                </a:solidFill>
                <a:latin typeface="Tahoma"/>
                <a:ea typeface="Tahoma"/>
                <a:cs typeface="Tahoma"/>
              </a:defRPr>
            </a:pPr>
            <a:r>
              <a:rPr sz="1050" b="1">
                <a:solidFill>
                  <a:srgbClr val="5E7182"/>
                </a:solidFill>
                <a:latin typeface="Tahoma"/>
                <a:ea typeface="Tahoma"/>
                <a:cs typeface="Tahoma"/>
              </a:rPr>
              <a:t>DART v1</a:t>
            </a:r>
          </a:p>
        </p:txBody>
      </p:sp>
      <p:sp>
        <p:nvSpPr>
          <p:cNvPr id="7" name="">
            <a:extLst xmlns:a="http://schemas.openxmlformats.org/drawingml/2006/main">
              <a:ext uri="{FF2B5EF4-FFF2-40B4-BE49-F238E27FC236}">
                <a16:creationId xmlns:a16="http://schemas.microsoft.com/office/drawing/2014/main" id="{D87E95D9-5407-46BD-95CD-148D8ADD1F46}"/>
              </a:ext>
            </a:extLst>
          </p:cNvPr>
          <p:cNvSpPr>
            <a:spLocks xmlns:a="http://schemas.openxmlformats.org/drawingml/2006/main" noGrp="1"/>
          </p:cNvSpPr>
          <p:nvPr/>
        </p:nvSpPr>
        <p:spPr>
          <a:xfrm xmlns:a="http://schemas.openxmlformats.org/drawingml/2006/main">
            <a:off x="10763250" y="6457950"/>
            <a:ext cx="742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0000"/>
              </a:lnSpc>
              <a:buNone/>
              <a:defRPr sz="1050" b="1">
                <a:solidFill>
                  <a:srgbClr val="5E7182"/>
                </a:solidFill>
                <a:latin typeface="Tahoma"/>
                <a:ea typeface="Tahoma"/>
                <a:cs typeface="Tahoma"/>
              </a:defRPr>
            </a:pPr>
            <a:r>
              <a:rPr sz="1050" b="1">
                <a:solidFill>
                  <a:srgbClr val="5E7182"/>
                </a:solidFill>
                <a:latin typeface="Tahoma"/>
                <a:ea typeface="Tahoma"/>
                <a:cs typeface="Tahoma"/>
              </a:rPr>
              <a:t>04</a:t>
            </a:r>
          </a:p>
        </p:txBody>
      </p:sp>
      <p:sp>
        <p:nvSpPr>
          <p:cNvPr id="8" name="">
            <a:extLst xmlns:a="http://schemas.openxmlformats.org/drawingml/2006/main">
              <a:ext uri="{FF2B5EF4-FFF2-40B4-BE49-F238E27FC236}">
                <a16:creationId xmlns:a16="http://schemas.microsoft.com/office/drawing/2014/main" id="{B40A8A99-4A46-4A75-B306-4F82B60EBC9D}"/>
              </a:ext>
            </a:extLst>
          </p:cNvPr>
          <p:cNvSpPr>
            <a:spLocks xmlns:a="http://schemas.openxmlformats.org/drawingml/2006/main" noGrp="1"/>
          </p:cNvSpPr>
          <p:nvPr/>
        </p:nvSpPr>
        <p:spPr>
          <a:xfrm xmlns:a="http://schemas.openxmlformats.org/drawingml/2006/main">
            <a:off x="685800" y="2047875"/>
            <a:ext cx="10820400" cy="552450"/>
          </a:xfrm>
          <a:prstGeom xmlns:a="http://schemas.openxmlformats.org/drawingml/2006/main" prst="rect">
            <a:avLst/>
          </a:prstGeom>
          <a:solidFill xmlns:a="http://schemas.openxmlformats.org/drawingml/2006/main">
            <a:srgbClr val="0B1F33"/>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A90BD2DE-E8C9-4D79-89C8-BBB758E300A0}"/>
              </a:ext>
            </a:extLst>
          </p:cNvPr>
          <p:cNvSpPr>
            <a:spLocks xmlns:a="http://schemas.openxmlformats.org/drawingml/2006/main" noGrp="1"/>
          </p:cNvSpPr>
          <p:nvPr/>
        </p:nvSpPr>
        <p:spPr>
          <a:xfrm xmlns:a="http://schemas.openxmlformats.org/drawingml/2006/main">
            <a:off x="800100" y="2171700"/>
            <a:ext cx="18954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FFFFFF"/>
                </a:solidFill>
                <a:latin typeface="Tahoma"/>
                <a:ea typeface="Tahoma"/>
                <a:cs typeface="Tahoma"/>
              </a:defRPr>
            </a:pPr>
            <a:r>
              <a:rPr sz="1425" b="1">
                <a:solidFill>
                  <a:srgbClr val="FFFFFF"/>
                </a:solidFill>
                <a:latin typeface="Tahoma"/>
                <a:ea typeface="Tahoma"/>
                <a:cs typeface="Tahoma"/>
              </a:rPr>
              <a:t>ประเด็น</a:t>
            </a:r>
          </a:p>
        </p:txBody>
      </p:sp>
      <p:sp>
        <p:nvSpPr>
          <p:cNvPr id="10" name="">
            <a:extLst xmlns:a="http://schemas.openxmlformats.org/drawingml/2006/main">
              <a:ext uri="{FF2B5EF4-FFF2-40B4-BE49-F238E27FC236}">
                <a16:creationId xmlns:a16="http://schemas.microsoft.com/office/drawing/2014/main" id="{A60ACFAF-CBC8-409D-A608-BCA28E661FBF}"/>
              </a:ext>
            </a:extLst>
          </p:cNvPr>
          <p:cNvSpPr>
            <a:spLocks xmlns:a="http://schemas.openxmlformats.org/drawingml/2006/main" noGrp="1"/>
          </p:cNvSpPr>
          <p:nvPr/>
        </p:nvSpPr>
        <p:spPr>
          <a:xfrm xmlns:a="http://schemas.openxmlformats.org/drawingml/2006/main">
            <a:off x="2924175" y="2171700"/>
            <a:ext cx="1771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FFFFFF"/>
                </a:solidFill>
                <a:latin typeface="Tahoma"/>
                <a:ea typeface="Tahoma"/>
                <a:cs typeface="Tahoma"/>
              </a:defRPr>
            </a:pPr>
            <a:r>
              <a:rPr sz="1425" b="1">
                <a:solidFill>
                  <a:srgbClr val="FFFFFF"/>
                </a:solidFill>
                <a:latin typeface="Tahoma"/>
                <a:ea typeface="Tahoma"/>
                <a:cs typeface="Tahoma"/>
              </a:rPr>
              <a:t>UDP</a:t>
            </a:r>
          </a:p>
        </p:txBody>
      </p:sp>
      <p:sp>
        <p:nvSpPr>
          <p:cNvPr id="11" name="">
            <a:extLst xmlns:a="http://schemas.openxmlformats.org/drawingml/2006/main">
              <a:ext uri="{FF2B5EF4-FFF2-40B4-BE49-F238E27FC236}">
                <a16:creationId xmlns:a16="http://schemas.microsoft.com/office/drawing/2014/main" id="{CF7AC9E2-225C-4CBC-B16F-CFECC65F1B73}"/>
              </a:ext>
            </a:extLst>
          </p:cNvPr>
          <p:cNvSpPr>
            <a:spLocks xmlns:a="http://schemas.openxmlformats.org/drawingml/2006/main" noGrp="1"/>
          </p:cNvSpPr>
          <p:nvPr/>
        </p:nvSpPr>
        <p:spPr>
          <a:xfrm xmlns:a="http://schemas.openxmlformats.org/drawingml/2006/main">
            <a:off x="4924425" y="2171700"/>
            <a:ext cx="18192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FFFFFF"/>
                </a:solidFill>
                <a:latin typeface="Tahoma"/>
                <a:ea typeface="Tahoma"/>
                <a:cs typeface="Tahoma"/>
              </a:defRPr>
            </a:pPr>
            <a:r>
              <a:rPr sz="1425" b="1">
                <a:solidFill>
                  <a:srgbClr val="FFFFFF"/>
                </a:solidFill>
                <a:latin typeface="Tahoma"/>
                <a:ea typeface="Tahoma"/>
                <a:cs typeface="Tahoma"/>
              </a:rPr>
              <a:t>TCP</a:t>
            </a:r>
          </a:p>
        </p:txBody>
      </p:sp>
      <p:sp>
        <p:nvSpPr>
          <p:cNvPr id="12" name="">
            <a:extLst xmlns:a="http://schemas.openxmlformats.org/drawingml/2006/main">
              <a:ext uri="{FF2B5EF4-FFF2-40B4-BE49-F238E27FC236}">
                <a16:creationId xmlns:a16="http://schemas.microsoft.com/office/drawing/2014/main" id="{93DA9F69-D6D4-4EC2-91FC-F671FD7D82F4}"/>
              </a:ext>
            </a:extLst>
          </p:cNvPr>
          <p:cNvSpPr>
            <a:spLocks xmlns:a="http://schemas.openxmlformats.org/drawingml/2006/main" noGrp="1"/>
          </p:cNvSpPr>
          <p:nvPr/>
        </p:nvSpPr>
        <p:spPr>
          <a:xfrm xmlns:a="http://schemas.openxmlformats.org/drawingml/2006/main">
            <a:off x="6972300" y="2171700"/>
            <a:ext cx="4419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FFFFFF"/>
                </a:solidFill>
                <a:latin typeface="Tahoma"/>
                <a:ea typeface="Tahoma"/>
                <a:cs typeface="Tahoma"/>
              </a:defRPr>
            </a:pPr>
            <a:r>
              <a:rPr sz="1425" b="1">
                <a:solidFill>
                  <a:srgbClr val="FFFFFF"/>
                </a:solidFill>
                <a:latin typeface="Tahoma"/>
                <a:ea typeface="Tahoma"/>
                <a:cs typeface="Tahoma"/>
              </a:rPr>
              <a:t>DART ใช้ประโยชน์อย่างไร</a:t>
            </a:r>
          </a:p>
        </p:txBody>
      </p:sp>
      <p:sp>
        <p:nvSpPr>
          <p:cNvPr id="13" name="">
            <a:extLst xmlns:a="http://schemas.openxmlformats.org/drawingml/2006/main">
              <a:ext uri="{FF2B5EF4-FFF2-40B4-BE49-F238E27FC236}">
                <a16:creationId xmlns:a16="http://schemas.microsoft.com/office/drawing/2014/main" id="{7AF202CD-F07A-41BB-BC53-7A97D6268DDB}"/>
              </a:ext>
            </a:extLst>
          </p:cNvPr>
          <p:cNvSpPr>
            <a:spLocks xmlns:a="http://schemas.openxmlformats.org/drawingml/2006/main" noGrp="1"/>
          </p:cNvSpPr>
          <p:nvPr/>
        </p:nvSpPr>
        <p:spPr>
          <a:xfrm xmlns:a="http://schemas.openxmlformats.org/drawingml/2006/main">
            <a:off x="800100" y="2876550"/>
            <a:ext cx="18954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0000"/>
              </a:lnSpc>
              <a:buNone/>
              <a:defRPr sz="1425" b="1">
                <a:solidFill>
                  <a:srgbClr val="172A3A"/>
                </a:solidFill>
                <a:latin typeface="Tahoma"/>
                <a:ea typeface="Tahoma"/>
                <a:cs typeface="Tahoma"/>
              </a:defRPr>
            </a:pPr>
            <a:r>
              <a:rPr sz="1425" b="1">
                <a:solidFill>
                  <a:srgbClr val="172A3A"/>
                </a:solidFill>
                <a:latin typeface="Tahoma"/>
                <a:ea typeface="Tahoma"/>
                <a:cs typeface="Tahoma"/>
              </a:rPr>
              <a:t>เริ่มสื่อสาร</a:t>
            </a:r>
          </a:p>
        </p:txBody>
      </p:sp>
      <p:sp>
        <p:nvSpPr>
          <p:cNvPr id="14" name="">
            <a:extLst xmlns:a="http://schemas.openxmlformats.org/drawingml/2006/main">
              <a:ext uri="{FF2B5EF4-FFF2-40B4-BE49-F238E27FC236}">
                <a16:creationId xmlns:a16="http://schemas.microsoft.com/office/drawing/2014/main" id="{9FAD6E27-BC1B-46A8-86EA-9BB9A3AFDDD0}"/>
              </a:ext>
            </a:extLst>
          </p:cNvPr>
          <p:cNvSpPr>
            <a:spLocks xmlns:a="http://schemas.openxmlformats.org/drawingml/2006/main" noGrp="1"/>
          </p:cNvSpPr>
          <p:nvPr/>
        </p:nvSpPr>
        <p:spPr>
          <a:xfrm xmlns:a="http://schemas.openxmlformats.org/drawingml/2006/main">
            <a:off x="2924175" y="2876550"/>
            <a:ext cx="17716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0000"/>
              </a:lnSpc>
              <a:buNone/>
              <a:defRPr sz="1425" b="0">
                <a:solidFill>
                  <a:srgbClr val="172A3A"/>
                </a:solidFill>
                <a:latin typeface="Tahoma"/>
                <a:ea typeface="Tahoma"/>
                <a:cs typeface="Tahoma"/>
              </a:defRPr>
            </a:pPr>
            <a:r>
              <a:rPr sz="1425" b="0">
                <a:solidFill>
                  <a:srgbClr val="172A3A"/>
                </a:solidFill>
                <a:latin typeface="Tahoma"/>
                <a:ea typeface="Tahoma"/>
                <a:cs typeface="Tahoma"/>
              </a:rPr>
              <a:t>ไม่มี handshake</a:t>
            </a:r>
          </a:p>
        </p:txBody>
      </p:sp>
      <p:sp>
        <p:nvSpPr>
          <p:cNvPr id="15" name="">
            <a:extLst xmlns:a="http://schemas.openxmlformats.org/drawingml/2006/main">
              <a:ext uri="{FF2B5EF4-FFF2-40B4-BE49-F238E27FC236}">
                <a16:creationId xmlns:a16="http://schemas.microsoft.com/office/drawing/2014/main" id="{AA99B4FC-959B-40F5-930E-62C89E392DB0}"/>
              </a:ext>
            </a:extLst>
          </p:cNvPr>
          <p:cNvSpPr>
            <a:spLocks xmlns:a="http://schemas.openxmlformats.org/drawingml/2006/main" noGrp="1"/>
          </p:cNvSpPr>
          <p:nvPr/>
        </p:nvSpPr>
        <p:spPr>
          <a:xfrm xmlns:a="http://schemas.openxmlformats.org/drawingml/2006/main">
            <a:off x="4924425" y="2876550"/>
            <a:ext cx="18192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0000"/>
              </a:lnSpc>
              <a:buNone/>
              <a:defRPr sz="1425" b="0">
                <a:solidFill>
                  <a:srgbClr val="172A3A"/>
                </a:solidFill>
                <a:latin typeface="Tahoma"/>
                <a:ea typeface="Tahoma"/>
                <a:cs typeface="Tahoma"/>
              </a:defRPr>
            </a:pPr>
            <a:r>
              <a:rPr sz="1425" b="0">
                <a:solidFill>
                  <a:srgbClr val="172A3A"/>
                </a:solidFill>
                <a:latin typeface="Tahoma"/>
                <a:ea typeface="Tahoma"/>
                <a:cs typeface="Tahoma"/>
              </a:rPr>
              <a:t>สร้าง connection</a:t>
            </a:r>
          </a:p>
        </p:txBody>
      </p:sp>
      <p:sp>
        <p:nvSpPr>
          <p:cNvPr id="16" name="">
            <a:extLst xmlns:a="http://schemas.openxmlformats.org/drawingml/2006/main">
              <a:ext uri="{FF2B5EF4-FFF2-40B4-BE49-F238E27FC236}">
                <a16:creationId xmlns:a16="http://schemas.microsoft.com/office/drawing/2014/main" id="{C870C26E-D3BE-4043-A7C4-362A4FED2627}"/>
              </a:ext>
            </a:extLst>
          </p:cNvPr>
          <p:cNvSpPr>
            <a:spLocks xmlns:a="http://schemas.openxmlformats.org/drawingml/2006/main" noGrp="1"/>
          </p:cNvSpPr>
          <p:nvPr/>
        </p:nvSpPr>
        <p:spPr>
          <a:xfrm xmlns:a="http://schemas.openxmlformats.org/drawingml/2006/main">
            <a:off x="6972300" y="2876550"/>
            <a:ext cx="441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0000"/>
              </a:lnSpc>
              <a:buNone/>
              <a:defRPr sz="1425" b="0">
                <a:solidFill>
                  <a:srgbClr val="172A3A"/>
                </a:solidFill>
                <a:latin typeface="Tahoma"/>
                <a:ea typeface="Tahoma"/>
                <a:cs typeface="Tahoma"/>
              </a:defRPr>
            </a:pPr>
            <a:r>
              <a:rPr sz="1425" b="0">
                <a:solidFill>
                  <a:srgbClr val="172A3A"/>
                </a:solidFill>
                <a:latin typeface="Tahoma"/>
                <a:ea typeface="Tahoma"/>
                <a:cs typeface="Tahoma"/>
              </a:rPr>
              <a:t>virtual sensor เริ่มส่งได้ทันที</a:t>
            </a:r>
          </a:p>
        </p:txBody>
      </p:sp>
      <p:sp>
        <p:nvSpPr>
          <p:cNvPr id="17" name="">
            <a:extLst xmlns:a="http://schemas.openxmlformats.org/drawingml/2006/main">
              <a:ext uri="{FF2B5EF4-FFF2-40B4-BE49-F238E27FC236}">
                <a16:creationId xmlns:a16="http://schemas.microsoft.com/office/drawing/2014/main" id="{3A3B3135-A0CD-4E22-A129-106FC090FCF5}"/>
              </a:ext>
            </a:extLst>
          </p:cNvPr>
          <p:cNvSpPr>
            <a:spLocks xmlns:a="http://schemas.openxmlformats.org/drawingml/2006/main" noGrp="1"/>
          </p:cNvSpPr>
          <p:nvPr/>
        </p:nvSpPr>
        <p:spPr>
          <a:xfrm xmlns:a="http://schemas.openxmlformats.org/drawingml/2006/main">
            <a:off x="685800" y="2752725"/>
            <a:ext cx="10820400" cy="9525"/>
          </a:xfrm>
          <a:prstGeom xmlns:a="http://schemas.openxmlformats.org/drawingml/2006/main" prst="rect">
            <a:avLst/>
          </a:prstGeom>
          <a:solidFill xmlns:a="http://schemas.openxmlformats.org/drawingml/2006/main">
            <a:srgbClr val="D6E1E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F07E2214-FF10-48CB-9323-3B468DCCF9C7}"/>
              </a:ext>
            </a:extLst>
          </p:cNvPr>
          <p:cNvSpPr>
            <a:spLocks xmlns:a="http://schemas.openxmlformats.org/drawingml/2006/main" noGrp="1"/>
          </p:cNvSpPr>
          <p:nvPr/>
        </p:nvSpPr>
        <p:spPr>
          <a:xfrm xmlns:a="http://schemas.openxmlformats.org/drawingml/2006/main">
            <a:off x="685800" y="3457575"/>
            <a:ext cx="10820400" cy="704850"/>
          </a:xfrm>
          <a:prstGeom xmlns:a="http://schemas.openxmlformats.org/drawingml/2006/main" prst="rect">
            <a:avLst/>
          </a:prstGeom>
          <a:solidFill xmlns:a="http://schemas.openxmlformats.org/drawingml/2006/main">
            <a:srgbClr val="EAF2F5"/>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3737C57C-4E87-4D60-B7FE-DD2AFBA6A379}"/>
              </a:ext>
            </a:extLst>
          </p:cNvPr>
          <p:cNvSpPr>
            <a:spLocks xmlns:a="http://schemas.openxmlformats.org/drawingml/2006/main" noGrp="1"/>
          </p:cNvSpPr>
          <p:nvPr/>
        </p:nvSpPr>
        <p:spPr>
          <a:xfrm xmlns:a="http://schemas.openxmlformats.org/drawingml/2006/main">
            <a:off x="800100" y="3581400"/>
            <a:ext cx="18954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0000"/>
              </a:lnSpc>
              <a:buNone/>
              <a:defRPr sz="1425" b="1">
                <a:solidFill>
                  <a:srgbClr val="172A3A"/>
                </a:solidFill>
                <a:latin typeface="Tahoma"/>
                <a:ea typeface="Tahoma"/>
                <a:cs typeface="Tahoma"/>
              </a:defRPr>
            </a:pPr>
            <a:r>
              <a:rPr sz="1425" b="1">
                <a:solidFill>
                  <a:srgbClr val="172A3A"/>
                </a:solidFill>
                <a:latin typeface="Tahoma"/>
                <a:ea typeface="Tahoma"/>
                <a:cs typeface="Tahoma"/>
              </a:rPr>
              <a:t>ขอบเขตข้อมูล</a:t>
            </a:r>
          </a:p>
        </p:txBody>
      </p:sp>
      <p:sp>
        <p:nvSpPr>
          <p:cNvPr id="20" name="">
            <a:extLst xmlns:a="http://schemas.openxmlformats.org/drawingml/2006/main">
              <a:ext uri="{FF2B5EF4-FFF2-40B4-BE49-F238E27FC236}">
                <a16:creationId xmlns:a16="http://schemas.microsoft.com/office/drawing/2014/main" id="{1CD7DB18-62BA-441F-8ACF-063E7148771F}"/>
              </a:ext>
            </a:extLst>
          </p:cNvPr>
          <p:cNvSpPr>
            <a:spLocks xmlns:a="http://schemas.openxmlformats.org/drawingml/2006/main" noGrp="1"/>
          </p:cNvSpPr>
          <p:nvPr/>
        </p:nvSpPr>
        <p:spPr>
          <a:xfrm xmlns:a="http://schemas.openxmlformats.org/drawingml/2006/main">
            <a:off x="2924175" y="3581400"/>
            <a:ext cx="17716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0000"/>
              </a:lnSpc>
              <a:buNone/>
              <a:defRPr sz="1425" b="0">
                <a:solidFill>
                  <a:srgbClr val="172A3A"/>
                </a:solidFill>
                <a:latin typeface="Tahoma"/>
                <a:ea typeface="Tahoma"/>
                <a:cs typeface="Tahoma"/>
              </a:defRPr>
            </a:pPr>
            <a:r>
              <a:rPr sz="1425" b="0">
                <a:solidFill>
                  <a:srgbClr val="172A3A"/>
                </a:solidFill>
                <a:latin typeface="Tahoma"/>
                <a:ea typeface="Tahoma"/>
                <a:cs typeface="Tahoma"/>
              </a:rPr>
              <a:t>datagram</a:t>
            </a:r>
          </a:p>
        </p:txBody>
      </p:sp>
      <p:sp>
        <p:nvSpPr>
          <p:cNvPr id="21" name="">
            <a:extLst xmlns:a="http://schemas.openxmlformats.org/drawingml/2006/main">
              <a:ext uri="{FF2B5EF4-FFF2-40B4-BE49-F238E27FC236}">
                <a16:creationId xmlns:a16="http://schemas.microsoft.com/office/drawing/2014/main" id="{3FC25E74-85FB-46D2-A005-4313C5A265F8}"/>
              </a:ext>
            </a:extLst>
          </p:cNvPr>
          <p:cNvSpPr>
            <a:spLocks xmlns:a="http://schemas.openxmlformats.org/drawingml/2006/main" noGrp="1"/>
          </p:cNvSpPr>
          <p:nvPr/>
        </p:nvSpPr>
        <p:spPr>
          <a:xfrm xmlns:a="http://schemas.openxmlformats.org/drawingml/2006/main">
            <a:off x="4924425" y="3581400"/>
            <a:ext cx="18192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0000"/>
              </a:lnSpc>
              <a:buNone/>
              <a:defRPr sz="1425" b="0">
                <a:solidFill>
                  <a:srgbClr val="172A3A"/>
                </a:solidFill>
                <a:latin typeface="Tahoma"/>
                <a:ea typeface="Tahoma"/>
                <a:cs typeface="Tahoma"/>
              </a:defRPr>
            </a:pPr>
            <a:r>
              <a:rPr sz="1425" b="0">
                <a:solidFill>
                  <a:srgbClr val="172A3A"/>
                </a:solidFill>
                <a:latin typeface="Tahoma"/>
                <a:ea typeface="Tahoma"/>
                <a:cs typeface="Tahoma"/>
              </a:rPr>
              <a:t>byte stream</a:t>
            </a:r>
          </a:p>
        </p:txBody>
      </p:sp>
      <p:sp>
        <p:nvSpPr>
          <p:cNvPr id="22" name="">
            <a:extLst xmlns:a="http://schemas.openxmlformats.org/drawingml/2006/main">
              <a:ext uri="{FF2B5EF4-FFF2-40B4-BE49-F238E27FC236}">
                <a16:creationId xmlns:a16="http://schemas.microsoft.com/office/drawing/2014/main" id="{F733DC0D-6B33-49EF-B352-C715DDA677DD}"/>
              </a:ext>
            </a:extLst>
          </p:cNvPr>
          <p:cNvSpPr>
            <a:spLocks xmlns:a="http://schemas.openxmlformats.org/drawingml/2006/main" noGrp="1"/>
          </p:cNvSpPr>
          <p:nvPr/>
        </p:nvSpPr>
        <p:spPr>
          <a:xfrm xmlns:a="http://schemas.openxmlformats.org/drawingml/2006/main">
            <a:off x="6972300" y="3581400"/>
            <a:ext cx="441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0000"/>
              </a:lnSpc>
              <a:buNone/>
              <a:defRPr sz="1425" b="0">
                <a:solidFill>
                  <a:srgbClr val="172A3A"/>
                </a:solidFill>
                <a:latin typeface="Tahoma"/>
                <a:ea typeface="Tahoma"/>
                <a:cs typeface="Tahoma"/>
              </a:defRPr>
            </a:pPr>
            <a:r>
              <a:rPr sz="1425" b="0">
                <a:solidFill>
                  <a:srgbClr val="172A3A"/>
                </a:solidFill>
                <a:latin typeface="Tahoma"/>
                <a:ea typeface="Tahoma"/>
                <a:cs typeface="Tahoma"/>
              </a:rPr>
              <a:t>1 datagram = 1 DART message</a:t>
            </a:r>
          </a:p>
        </p:txBody>
      </p:sp>
      <p:sp>
        <p:nvSpPr>
          <p:cNvPr id="23" name="">
            <a:extLst xmlns:a="http://schemas.openxmlformats.org/drawingml/2006/main">
              <a:ext uri="{FF2B5EF4-FFF2-40B4-BE49-F238E27FC236}">
                <a16:creationId xmlns:a16="http://schemas.microsoft.com/office/drawing/2014/main" id="{A3E0E420-9627-49B8-8258-4A833AF37DBD}"/>
              </a:ext>
            </a:extLst>
          </p:cNvPr>
          <p:cNvSpPr>
            <a:spLocks xmlns:a="http://schemas.openxmlformats.org/drawingml/2006/main" noGrp="1"/>
          </p:cNvSpPr>
          <p:nvPr/>
        </p:nvSpPr>
        <p:spPr>
          <a:xfrm xmlns:a="http://schemas.openxmlformats.org/drawingml/2006/main">
            <a:off x="685800" y="3457575"/>
            <a:ext cx="10820400" cy="9525"/>
          </a:xfrm>
          <a:prstGeom xmlns:a="http://schemas.openxmlformats.org/drawingml/2006/main" prst="rect">
            <a:avLst/>
          </a:prstGeom>
          <a:solidFill xmlns:a="http://schemas.openxmlformats.org/drawingml/2006/main">
            <a:srgbClr val="D6E1E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9ABD432C-9DB9-45C7-99C9-3C25260B3D69}"/>
              </a:ext>
            </a:extLst>
          </p:cNvPr>
          <p:cNvSpPr>
            <a:spLocks xmlns:a="http://schemas.openxmlformats.org/drawingml/2006/main" noGrp="1"/>
          </p:cNvSpPr>
          <p:nvPr/>
        </p:nvSpPr>
        <p:spPr>
          <a:xfrm xmlns:a="http://schemas.openxmlformats.org/drawingml/2006/main">
            <a:off x="800100" y="4286250"/>
            <a:ext cx="18954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0000"/>
              </a:lnSpc>
              <a:buNone/>
              <a:defRPr sz="1425" b="1">
                <a:solidFill>
                  <a:srgbClr val="172A3A"/>
                </a:solidFill>
                <a:latin typeface="Tahoma"/>
                <a:ea typeface="Tahoma"/>
                <a:cs typeface="Tahoma"/>
              </a:defRPr>
            </a:pPr>
            <a:r>
              <a:rPr sz="1425" b="1">
                <a:solidFill>
                  <a:srgbClr val="172A3A"/>
                </a:solidFill>
                <a:latin typeface="Tahoma"/>
                <a:ea typeface="Tahoma"/>
                <a:cs typeface="Tahoma"/>
              </a:rPr>
              <a:t>Reliability</a:t>
            </a:r>
          </a:p>
        </p:txBody>
      </p:sp>
      <p:sp>
        <p:nvSpPr>
          <p:cNvPr id="25" name="">
            <a:extLst xmlns:a="http://schemas.openxmlformats.org/drawingml/2006/main">
              <a:ext uri="{FF2B5EF4-FFF2-40B4-BE49-F238E27FC236}">
                <a16:creationId xmlns:a16="http://schemas.microsoft.com/office/drawing/2014/main" id="{FA345B7E-F4E9-4937-81CC-0D246DEF4006}"/>
              </a:ext>
            </a:extLst>
          </p:cNvPr>
          <p:cNvSpPr>
            <a:spLocks xmlns:a="http://schemas.openxmlformats.org/drawingml/2006/main" noGrp="1"/>
          </p:cNvSpPr>
          <p:nvPr/>
        </p:nvSpPr>
        <p:spPr>
          <a:xfrm xmlns:a="http://schemas.openxmlformats.org/drawingml/2006/main">
            <a:off x="2924175" y="4286250"/>
            <a:ext cx="17716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0000"/>
              </a:lnSpc>
              <a:buNone/>
              <a:defRPr sz="1425" b="0">
                <a:solidFill>
                  <a:srgbClr val="172A3A"/>
                </a:solidFill>
                <a:latin typeface="Tahoma"/>
                <a:ea typeface="Tahoma"/>
                <a:cs typeface="Tahoma"/>
              </a:defRPr>
            </a:pPr>
            <a:r>
              <a:rPr sz="1425" b="0">
                <a:solidFill>
                  <a:srgbClr val="172A3A"/>
                </a:solidFill>
                <a:latin typeface="Tahoma"/>
                <a:ea typeface="Tahoma"/>
                <a:cs typeface="Tahoma"/>
              </a:rPr>
              <a:t>application เลือก</a:t>
            </a:r>
          </a:p>
        </p:txBody>
      </p:sp>
      <p:sp>
        <p:nvSpPr>
          <p:cNvPr id="26" name="">
            <a:extLst xmlns:a="http://schemas.openxmlformats.org/drawingml/2006/main">
              <a:ext uri="{FF2B5EF4-FFF2-40B4-BE49-F238E27FC236}">
                <a16:creationId xmlns:a16="http://schemas.microsoft.com/office/drawing/2014/main" id="{886004A7-17E9-482A-80AE-B798B1494DAF}"/>
              </a:ext>
            </a:extLst>
          </p:cNvPr>
          <p:cNvSpPr>
            <a:spLocks xmlns:a="http://schemas.openxmlformats.org/drawingml/2006/main" noGrp="1"/>
          </p:cNvSpPr>
          <p:nvPr/>
        </p:nvSpPr>
        <p:spPr>
          <a:xfrm xmlns:a="http://schemas.openxmlformats.org/drawingml/2006/main">
            <a:off x="4924425" y="4286250"/>
            <a:ext cx="18192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0000"/>
              </a:lnSpc>
              <a:buNone/>
              <a:defRPr sz="1425" b="0">
                <a:solidFill>
                  <a:srgbClr val="172A3A"/>
                </a:solidFill>
                <a:latin typeface="Tahoma"/>
                <a:ea typeface="Tahoma"/>
                <a:cs typeface="Tahoma"/>
              </a:defRPr>
            </a:pPr>
            <a:r>
              <a:rPr sz="1425" b="0">
                <a:solidFill>
                  <a:srgbClr val="172A3A"/>
                </a:solidFill>
                <a:latin typeface="Tahoma"/>
                <a:ea typeface="Tahoma"/>
                <a:cs typeface="Tahoma"/>
              </a:rPr>
              <a:t>reliable ordered
byte stream</a:t>
            </a:r>
          </a:p>
        </p:txBody>
      </p:sp>
      <p:sp>
        <p:nvSpPr>
          <p:cNvPr id="27" name="">
            <a:extLst xmlns:a="http://schemas.openxmlformats.org/drawingml/2006/main">
              <a:ext uri="{FF2B5EF4-FFF2-40B4-BE49-F238E27FC236}">
                <a16:creationId xmlns:a16="http://schemas.microsoft.com/office/drawing/2014/main" id="{335862BA-7C1E-413A-A5D7-3E2D070E97B5}"/>
              </a:ext>
            </a:extLst>
          </p:cNvPr>
          <p:cNvSpPr>
            <a:spLocks xmlns:a="http://schemas.openxmlformats.org/drawingml/2006/main" noGrp="1"/>
          </p:cNvSpPr>
          <p:nvPr/>
        </p:nvSpPr>
        <p:spPr>
          <a:xfrm xmlns:a="http://schemas.openxmlformats.org/drawingml/2006/main">
            <a:off x="6972300" y="4286250"/>
            <a:ext cx="441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0000"/>
              </a:lnSpc>
              <a:buNone/>
              <a:defRPr sz="1425" b="0">
                <a:solidFill>
                  <a:srgbClr val="172A3A"/>
                </a:solidFill>
                <a:latin typeface="Tahoma"/>
                <a:ea typeface="Tahoma"/>
                <a:cs typeface="Tahoma"/>
              </a:defRPr>
            </a:pPr>
            <a:r>
              <a:rPr sz="1425" b="0">
                <a:solidFill>
                  <a:srgbClr val="172A3A"/>
                </a:solidFill>
                <a:latin typeface="Tahoma"/>
                <a:ea typeface="Tahoma"/>
                <a:cs typeface="Tahoma"/>
              </a:rPr>
              <a:t>ACK เฉพาะ critical/control</a:t>
            </a:r>
          </a:p>
        </p:txBody>
      </p:sp>
      <p:sp>
        <p:nvSpPr>
          <p:cNvPr id="28" name="">
            <a:extLst xmlns:a="http://schemas.openxmlformats.org/drawingml/2006/main">
              <a:ext uri="{FF2B5EF4-FFF2-40B4-BE49-F238E27FC236}">
                <a16:creationId xmlns:a16="http://schemas.microsoft.com/office/drawing/2014/main" id="{A49E72FE-5347-4F09-86D6-1C9A91FCBC2A}"/>
              </a:ext>
            </a:extLst>
          </p:cNvPr>
          <p:cNvSpPr>
            <a:spLocks xmlns:a="http://schemas.openxmlformats.org/drawingml/2006/main" noGrp="1"/>
          </p:cNvSpPr>
          <p:nvPr/>
        </p:nvSpPr>
        <p:spPr>
          <a:xfrm xmlns:a="http://schemas.openxmlformats.org/drawingml/2006/main">
            <a:off x="685800" y="4162425"/>
            <a:ext cx="10820400" cy="9525"/>
          </a:xfrm>
          <a:prstGeom xmlns:a="http://schemas.openxmlformats.org/drawingml/2006/main" prst="rect">
            <a:avLst/>
          </a:prstGeom>
          <a:solidFill xmlns:a="http://schemas.openxmlformats.org/drawingml/2006/main">
            <a:srgbClr val="D6E1E8"/>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956F1862-DE8D-4374-9FDC-36735DB73C37}"/>
              </a:ext>
            </a:extLst>
          </p:cNvPr>
          <p:cNvSpPr>
            <a:spLocks xmlns:a="http://schemas.openxmlformats.org/drawingml/2006/main" noGrp="1"/>
          </p:cNvSpPr>
          <p:nvPr/>
        </p:nvSpPr>
        <p:spPr>
          <a:xfrm xmlns:a="http://schemas.openxmlformats.org/drawingml/2006/main">
            <a:off x="685800" y="4867275"/>
            <a:ext cx="10820400" cy="704850"/>
          </a:xfrm>
          <a:prstGeom xmlns:a="http://schemas.openxmlformats.org/drawingml/2006/main" prst="rect">
            <a:avLst/>
          </a:prstGeom>
          <a:solidFill xmlns:a="http://schemas.openxmlformats.org/drawingml/2006/main">
            <a:srgbClr val="EAF2F5"/>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BDC16F5A-A29D-4C2F-8158-6992A1DB3939}"/>
              </a:ext>
            </a:extLst>
          </p:cNvPr>
          <p:cNvSpPr>
            <a:spLocks xmlns:a="http://schemas.openxmlformats.org/drawingml/2006/main" noGrp="1"/>
          </p:cNvSpPr>
          <p:nvPr/>
        </p:nvSpPr>
        <p:spPr>
          <a:xfrm xmlns:a="http://schemas.openxmlformats.org/drawingml/2006/main">
            <a:off x="800100" y="4991100"/>
            <a:ext cx="18954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0000"/>
              </a:lnSpc>
              <a:buNone/>
              <a:defRPr sz="1425" b="1">
                <a:solidFill>
                  <a:srgbClr val="172A3A"/>
                </a:solidFill>
                <a:latin typeface="Tahoma"/>
                <a:ea typeface="Tahoma"/>
                <a:cs typeface="Tahoma"/>
              </a:defRPr>
            </a:pPr>
            <a:r>
              <a:rPr sz="1425" b="1">
                <a:solidFill>
                  <a:srgbClr val="172A3A"/>
                </a:solidFill>
                <a:latin typeface="Tahoma"/>
                <a:ea typeface="Tahoma"/>
                <a:cs typeface="Tahoma"/>
              </a:rPr>
              <a:t>สิ่งที่ต้องทำเอง</a:t>
            </a:r>
          </a:p>
        </p:txBody>
      </p:sp>
      <p:sp>
        <p:nvSpPr>
          <p:cNvPr id="31" name="">
            <a:extLst xmlns:a="http://schemas.openxmlformats.org/drawingml/2006/main">
              <a:ext uri="{FF2B5EF4-FFF2-40B4-BE49-F238E27FC236}">
                <a16:creationId xmlns:a16="http://schemas.microsoft.com/office/drawing/2014/main" id="{40E2F0B9-8751-4B8F-81AE-51BC26BC09B4}"/>
              </a:ext>
            </a:extLst>
          </p:cNvPr>
          <p:cNvSpPr>
            <a:spLocks xmlns:a="http://schemas.openxmlformats.org/drawingml/2006/main" noGrp="1"/>
          </p:cNvSpPr>
          <p:nvPr/>
        </p:nvSpPr>
        <p:spPr>
          <a:xfrm xmlns:a="http://schemas.openxmlformats.org/drawingml/2006/main">
            <a:off x="2924175" y="4991100"/>
            <a:ext cx="17716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0000"/>
              </a:lnSpc>
              <a:buNone/>
              <a:defRPr sz="1425" b="0">
                <a:solidFill>
                  <a:srgbClr val="172A3A"/>
                </a:solidFill>
                <a:latin typeface="Tahoma"/>
                <a:ea typeface="Tahoma"/>
                <a:cs typeface="Tahoma"/>
              </a:defRPr>
            </a:pPr>
            <a:r>
              <a:rPr sz="1425" b="0">
                <a:solidFill>
                  <a:srgbClr val="172A3A"/>
                </a:solidFill>
                <a:latin typeface="Tahoma"/>
                <a:ea typeface="Tahoma"/>
                <a:cs typeface="Tahoma"/>
              </a:rPr>
              <a:t>loss/order/duplicate</a:t>
            </a:r>
          </a:p>
        </p:txBody>
      </p:sp>
      <p:sp>
        <p:nvSpPr>
          <p:cNvPr id="32" name="">
            <a:extLst xmlns:a="http://schemas.openxmlformats.org/drawingml/2006/main">
              <a:ext uri="{FF2B5EF4-FFF2-40B4-BE49-F238E27FC236}">
                <a16:creationId xmlns:a16="http://schemas.microsoft.com/office/drawing/2014/main" id="{C68393DF-9A84-418C-B69B-7D04DECC04C9}"/>
              </a:ext>
            </a:extLst>
          </p:cNvPr>
          <p:cNvSpPr>
            <a:spLocks xmlns:a="http://schemas.openxmlformats.org/drawingml/2006/main" noGrp="1"/>
          </p:cNvSpPr>
          <p:nvPr/>
        </p:nvSpPr>
        <p:spPr>
          <a:xfrm xmlns:a="http://schemas.openxmlformats.org/drawingml/2006/main">
            <a:off x="4924425" y="4991100"/>
            <a:ext cx="18192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0000"/>
              </a:lnSpc>
              <a:buNone/>
              <a:defRPr sz="1425" b="0">
                <a:solidFill>
                  <a:srgbClr val="172A3A"/>
                </a:solidFill>
                <a:latin typeface="Tahoma"/>
                <a:ea typeface="Tahoma"/>
                <a:cs typeface="Tahoma"/>
              </a:defRPr>
            </a:pPr>
            <a:r>
              <a:rPr sz="1425" b="0">
                <a:solidFill>
                  <a:srgbClr val="172A3A"/>
                </a:solidFill>
                <a:latin typeface="Tahoma"/>
                <a:ea typeface="Tahoma"/>
                <a:cs typeface="Tahoma"/>
              </a:rPr>
              <a:t>transport จัดการ</a:t>
            </a:r>
          </a:p>
        </p:txBody>
      </p:sp>
      <p:sp>
        <p:nvSpPr>
          <p:cNvPr id="33" name="">
            <a:extLst xmlns:a="http://schemas.openxmlformats.org/drawingml/2006/main">
              <a:ext uri="{FF2B5EF4-FFF2-40B4-BE49-F238E27FC236}">
                <a16:creationId xmlns:a16="http://schemas.microsoft.com/office/drawing/2014/main" id="{141376BE-95A8-4ACC-AE57-04E2C4738BA0}"/>
              </a:ext>
            </a:extLst>
          </p:cNvPr>
          <p:cNvSpPr>
            <a:spLocks xmlns:a="http://schemas.openxmlformats.org/drawingml/2006/main" noGrp="1"/>
          </p:cNvSpPr>
          <p:nvPr/>
        </p:nvSpPr>
        <p:spPr>
          <a:xfrm xmlns:a="http://schemas.openxmlformats.org/drawingml/2006/main">
            <a:off x="6972300" y="4991100"/>
            <a:ext cx="441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0000"/>
              </a:lnSpc>
              <a:buNone/>
              <a:defRPr sz="1425" b="0">
                <a:solidFill>
                  <a:srgbClr val="172A3A"/>
                </a:solidFill>
                <a:latin typeface="Tahoma"/>
                <a:ea typeface="Tahoma"/>
                <a:cs typeface="Tahoma"/>
              </a:defRPr>
            </a:pPr>
            <a:r>
              <a:rPr sz="1425" b="0">
                <a:solidFill>
                  <a:srgbClr val="172A3A"/>
                </a:solidFill>
                <a:latin typeface="Tahoma"/>
                <a:ea typeface="Tahoma"/>
                <a:cs typeface="Tahoma"/>
              </a:rPr>
              <a:t>CRC + seq + TTL + timer + retry</a:t>
            </a:r>
          </a:p>
        </p:txBody>
      </p:sp>
      <p:sp>
        <p:nvSpPr>
          <p:cNvPr id="34" name="">
            <a:extLst xmlns:a="http://schemas.openxmlformats.org/drawingml/2006/main">
              <a:ext uri="{FF2B5EF4-FFF2-40B4-BE49-F238E27FC236}">
                <a16:creationId xmlns:a16="http://schemas.microsoft.com/office/drawing/2014/main" id="{D49B551B-BABB-4974-861E-86D085760750}"/>
              </a:ext>
            </a:extLst>
          </p:cNvPr>
          <p:cNvSpPr>
            <a:spLocks xmlns:a="http://schemas.openxmlformats.org/drawingml/2006/main" noGrp="1"/>
          </p:cNvSpPr>
          <p:nvPr/>
        </p:nvSpPr>
        <p:spPr>
          <a:xfrm xmlns:a="http://schemas.openxmlformats.org/drawingml/2006/main">
            <a:off x="685800" y="4867275"/>
            <a:ext cx="10820400" cy="9525"/>
          </a:xfrm>
          <a:prstGeom xmlns:a="http://schemas.openxmlformats.org/drawingml/2006/main" prst="rect">
            <a:avLst/>
          </a:prstGeom>
          <a:solidFill xmlns:a="http://schemas.openxmlformats.org/drawingml/2006/main">
            <a:srgbClr val="D6E1E8"/>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F283E9E9-7E92-46DA-A169-B8BBAAAEC68A}"/>
              </a:ext>
            </a:extLst>
          </p:cNvPr>
          <p:cNvSpPr>
            <a:spLocks xmlns:a="http://schemas.openxmlformats.org/drawingml/2006/main" noGrp="1"/>
          </p:cNvSpPr>
          <p:nvPr/>
        </p:nvSpPr>
        <p:spPr>
          <a:xfrm xmlns:a="http://schemas.openxmlformats.org/drawingml/2006/main">
            <a:off x="1047750" y="5734050"/>
            <a:ext cx="1009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0000"/>
              </a:lnSpc>
              <a:buNone/>
              <a:defRPr sz="1650" b="1">
                <a:solidFill>
                  <a:srgbClr val="FF6B5E"/>
                </a:solidFill>
                <a:latin typeface="Tahoma"/>
                <a:ea typeface="Tahoma"/>
                <a:cs typeface="Tahoma"/>
              </a:defRPr>
            </a:pPr>
            <a:r>
              <a:rPr sz="1650" b="1">
                <a:solidFill>
                  <a:srgbClr val="FF6B5E"/>
                </a:solidFill>
                <a:latin typeface="Tahoma"/>
                <a:ea typeface="Tahoma"/>
                <a:cs typeface="Tahoma"/>
              </a:rPr>
              <a:t>ข้อแลก: DART ต้องรับผิดชอบ reliability ของตัวเอง และยังไม่มี congestion control แบบ production</a:t>
            </a:r>
          </a:p>
        </p:txBody>
      </p:sp>
    </p:spTree>
    <p:extLst>
      <p:ext uri="{BB962C8B-B14F-4D97-AF65-F5344CB8AC3E}">
        <p14:creationId xmlns:p14="http://schemas.microsoft.com/office/powerpoint/2010/main" val="50383458"/>
      </p:ext>
    </p:extLst>
  </p:cSld>
</p:sld>
</file>

<file path=ppt/slides/slide5.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ED56F301-58DB-4208-9A2E-DFF491EFDF26}"/>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0A6A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0BE448D-9156-4331-A340-C2ACCB93A98B}"/>
              </a:ext>
            </a:extLst>
          </p:cNvPr>
          <p:cNvSpPr>
            <a:spLocks xmlns:a="http://schemas.openxmlformats.org/drawingml/2006/main" noGrp="1"/>
          </p:cNvSpPr>
          <p:nvPr/>
        </p:nvSpPr>
        <p:spPr>
          <a:xfrm xmlns:a="http://schemas.openxmlformats.org/drawingml/2006/main">
            <a:off x="685800" y="3619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050" b="1">
                <a:solidFill>
                  <a:srgbClr val="00A6A6"/>
                </a:solidFill>
                <a:latin typeface="Tahoma"/>
                <a:ea typeface="Tahoma"/>
                <a:cs typeface="Tahoma"/>
              </a:defRPr>
            </a:pPr>
            <a:r>
              <a:rPr sz="1050" b="1">
                <a:solidFill>
                  <a:srgbClr val="00A6A6"/>
                </a:solidFill>
                <a:latin typeface="Tahoma"/>
                <a:ea typeface="Tahoma"/>
                <a:cs typeface="Tahoma"/>
              </a:rPr>
              <a:t>SERVICE MODEL</a:t>
            </a:r>
          </a:p>
        </p:txBody>
      </p:sp>
      <p:sp>
        <p:nvSpPr>
          <p:cNvPr id="3" name="">
            <a:extLst xmlns:a="http://schemas.openxmlformats.org/drawingml/2006/main">
              <a:ext uri="{FF2B5EF4-FFF2-40B4-BE49-F238E27FC236}">
                <a16:creationId xmlns:a16="http://schemas.microsoft.com/office/drawing/2014/main" id="{73AC1366-E8C5-47CA-873F-E5111ED6C642}"/>
              </a:ext>
            </a:extLst>
          </p:cNvPr>
          <p:cNvSpPr>
            <a:spLocks xmlns:a="http://schemas.openxmlformats.org/drawingml/2006/main" noGrp="1"/>
          </p:cNvSpPr>
          <p:nvPr/>
        </p:nvSpPr>
        <p:spPr>
          <a:xfrm xmlns:a="http://schemas.openxmlformats.org/drawingml/2006/main">
            <a:off x="685800" y="6667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3150" b="1">
                <a:solidFill>
                  <a:srgbClr val="0B1F33"/>
                </a:solidFill>
                <a:latin typeface="Tahoma"/>
                <a:ea typeface="Tahoma"/>
                <a:cs typeface="Tahoma"/>
              </a:defRPr>
            </a:pPr>
            <a:r>
              <a:rPr sz="3150" b="1">
                <a:solidFill>
                  <a:srgbClr val="0B1F33"/>
                </a:solidFill>
                <a:latin typeface="Tahoma"/>
                <a:ea typeface="Tahoma"/>
                <a:cs typeface="Tahoma"/>
              </a:rPr>
              <a:t>3 delivery classes - 3 เป้าหมาย</a:t>
            </a:r>
          </a:p>
        </p:txBody>
      </p:sp>
      <p:sp>
        <p:nvSpPr>
          <p:cNvPr id="4" name="">
            <a:extLst xmlns:a="http://schemas.openxmlformats.org/drawingml/2006/main">
              <a:ext uri="{FF2B5EF4-FFF2-40B4-BE49-F238E27FC236}">
                <a16:creationId xmlns:a16="http://schemas.microsoft.com/office/drawing/2014/main" id="{9D887229-E453-4983-82FC-8F1FAF434ABF}"/>
              </a:ext>
            </a:extLst>
          </p:cNvPr>
          <p:cNvSpPr>
            <a:spLocks xmlns:a="http://schemas.openxmlformats.org/drawingml/2006/main" noGrp="1"/>
          </p:cNvSpPr>
          <p:nvPr/>
        </p:nvSpPr>
        <p:spPr>
          <a:xfrm xmlns:a="http://schemas.openxmlformats.org/drawingml/2006/main">
            <a:off x="685800" y="1304925"/>
            <a:ext cx="10820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425" b="0">
                <a:solidFill>
                  <a:srgbClr val="5E7182"/>
                </a:solidFill>
                <a:latin typeface="Tahoma"/>
                <a:ea typeface="Tahoma"/>
                <a:cs typeface="Tahoma"/>
              </a:defRPr>
            </a:pPr>
            <a:r>
              <a:rPr sz="1425" b="0">
                <a:solidFill>
                  <a:srgbClr val="5E7182"/>
                </a:solidFill>
                <a:latin typeface="Tahoma"/>
                <a:ea typeface="Tahoma"/>
                <a:cs typeface="Tahoma"/>
              </a:rPr>
              <a:t>DART เลือก policy จากความหมายของข้อมูล ไม่ใช่บังคับทั้ง socket</a:t>
            </a:r>
          </a:p>
        </p:txBody>
      </p:sp>
      <p:sp>
        <p:nvSpPr>
          <p:cNvPr id="5" name="">
            <a:extLst xmlns:a="http://schemas.openxmlformats.org/drawingml/2006/main">
              <a:ext uri="{FF2B5EF4-FFF2-40B4-BE49-F238E27FC236}">
                <a16:creationId xmlns:a16="http://schemas.microsoft.com/office/drawing/2014/main" id="{E5F379CD-2BA1-4464-AC4B-F74BB668CD22}"/>
              </a:ext>
            </a:extLst>
          </p:cNvPr>
          <p:cNvSpPr>
            <a:spLocks xmlns:a="http://schemas.openxmlformats.org/drawingml/2006/main" noGrp="1"/>
          </p:cNvSpPr>
          <p:nvPr/>
        </p:nvSpPr>
        <p:spPr>
          <a:xfrm xmlns:a="http://schemas.openxmlformats.org/drawingml/2006/main">
            <a:off x="685800" y="6362700"/>
            <a:ext cx="10820400" cy="9525"/>
          </a:xfrm>
          <a:prstGeom xmlns:a="http://schemas.openxmlformats.org/drawingml/2006/main" prst="rect">
            <a:avLst/>
          </a:prstGeom>
          <a:solidFill xmlns:a="http://schemas.openxmlformats.org/drawingml/2006/main">
            <a:srgbClr val="D6E1E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F7630CB-9806-4CC5-A592-87C62E98D6AF}"/>
              </a:ext>
            </a:extLst>
          </p:cNvPr>
          <p:cNvSpPr>
            <a:spLocks xmlns:a="http://schemas.openxmlformats.org/drawingml/2006/main" noGrp="1"/>
          </p:cNvSpPr>
          <p:nvPr/>
        </p:nvSpPr>
        <p:spPr>
          <a:xfrm xmlns:a="http://schemas.openxmlformats.org/drawingml/2006/main">
            <a:off x="685800" y="64579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050" b="1">
                <a:solidFill>
                  <a:srgbClr val="5E7182"/>
                </a:solidFill>
                <a:latin typeface="Tahoma"/>
                <a:ea typeface="Tahoma"/>
                <a:cs typeface="Tahoma"/>
              </a:defRPr>
            </a:pPr>
            <a:r>
              <a:rPr sz="1050" b="1">
                <a:solidFill>
                  <a:srgbClr val="5E7182"/>
                </a:solidFill>
                <a:latin typeface="Tahoma"/>
                <a:ea typeface="Tahoma"/>
                <a:cs typeface="Tahoma"/>
              </a:rPr>
              <a:t>DART v1</a:t>
            </a:r>
          </a:p>
        </p:txBody>
      </p:sp>
      <p:sp>
        <p:nvSpPr>
          <p:cNvPr id="7" name="">
            <a:extLst xmlns:a="http://schemas.openxmlformats.org/drawingml/2006/main">
              <a:ext uri="{FF2B5EF4-FFF2-40B4-BE49-F238E27FC236}">
                <a16:creationId xmlns:a16="http://schemas.microsoft.com/office/drawing/2014/main" id="{BD90A7FC-0381-4622-9110-887477EE4462}"/>
              </a:ext>
            </a:extLst>
          </p:cNvPr>
          <p:cNvSpPr>
            <a:spLocks xmlns:a="http://schemas.openxmlformats.org/drawingml/2006/main" noGrp="1"/>
          </p:cNvSpPr>
          <p:nvPr/>
        </p:nvSpPr>
        <p:spPr>
          <a:xfrm xmlns:a="http://schemas.openxmlformats.org/drawingml/2006/main">
            <a:off x="10763250" y="6457950"/>
            <a:ext cx="742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0000"/>
              </a:lnSpc>
              <a:buNone/>
              <a:defRPr sz="1050" b="1">
                <a:solidFill>
                  <a:srgbClr val="5E7182"/>
                </a:solidFill>
                <a:latin typeface="Tahoma"/>
                <a:ea typeface="Tahoma"/>
                <a:cs typeface="Tahoma"/>
              </a:defRPr>
            </a:pPr>
            <a:r>
              <a:rPr sz="1050" b="1">
                <a:solidFill>
                  <a:srgbClr val="5E7182"/>
                </a:solidFill>
                <a:latin typeface="Tahoma"/>
                <a:ea typeface="Tahoma"/>
                <a:cs typeface="Tahoma"/>
              </a:rPr>
              <a:t>05</a:t>
            </a:r>
          </a:p>
        </p:txBody>
      </p:sp>
      <p:sp>
        <p:nvSpPr>
          <p:cNvPr id="8" name="">
            <a:extLst xmlns:a="http://schemas.openxmlformats.org/drawingml/2006/main">
              <a:ext uri="{FF2B5EF4-FFF2-40B4-BE49-F238E27FC236}">
                <a16:creationId xmlns:a16="http://schemas.microsoft.com/office/drawing/2014/main" id="{770B277C-2EFB-4CD1-B5C2-A1C82EEF1C4D}"/>
              </a:ext>
            </a:extLst>
          </p:cNvPr>
          <p:cNvSpPr>
            <a:spLocks xmlns:a="http://schemas.openxmlformats.org/drawingml/2006/main" noGrp="1"/>
          </p:cNvSpPr>
          <p:nvPr/>
        </p:nvSpPr>
        <p:spPr>
          <a:xfrm xmlns:a="http://schemas.openxmlformats.org/drawingml/2006/main">
            <a:off x="876300" y="1695450"/>
            <a:ext cx="2571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050" b="1">
                <a:solidFill>
                  <a:srgbClr val="5E7182"/>
                </a:solidFill>
                <a:latin typeface="Tahoma"/>
                <a:ea typeface="Tahoma"/>
                <a:cs typeface="Tahoma"/>
              </a:defRPr>
            </a:pPr>
            <a:r>
              <a:rPr sz="1050" b="1">
                <a:solidFill>
                  <a:srgbClr val="5E7182"/>
                </a:solidFill>
                <a:latin typeface="Tahoma"/>
                <a:ea typeface="Tahoma"/>
                <a:cs typeface="Tahoma"/>
              </a:rPr>
              <a:t>CLASS</a:t>
            </a:r>
          </a:p>
        </p:txBody>
      </p:sp>
      <p:sp>
        <p:nvSpPr>
          <p:cNvPr id="9" name="">
            <a:extLst xmlns:a="http://schemas.openxmlformats.org/drawingml/2006/main">
              <a:ext uri="{FF2B5EF4-FFF2-40B4-BE49-F238E27FC236}">
                <a16:creationId xmlns:a16="http://schemas.microsoft.com/office/drawing/2014/main" id="{EEF4931E-5D54-4844-82E9-C01DB2E265A7}"/>
              </a:ext>
            </a:extLst>
          </p:cNvPr>
          <p:cNvSpPr>
            <a:spLocks xmlns:a="http://schemas.openxmlformats.org/drawingml/2006/main" noGrp="1"/>
          </p:cNvSpPr>
          <p:nvPr/>
        </p:nvSpPr>
        <p:spPr>
          <a:xfrm xmlns:a="http://schemas.openxmlformats.org/drawingml/2006/main">
            <a:off x="3714750" y="169545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050" b="1">
                <a:solidFill>
                  <a:srgbClr val="5E7182"/>
                </a:solidFill>
                <a:latin typeface="Tahoma"/>
                <a:ea typeface="Tahoma"/>
                <a:cs typeface="Tahoma"/>
              </a:defRPr>
            </a:pPr>
            <a:r>
              <a:rPr sz="1050" b="1">
                <a:solidFill>
                  <a:srgbClr val="5E7182"/>
                </a:solidFill>
                <a:latin typeface="Tahoma"/>
                <a:ea typeface="Tahoma"/>
                <a:cs typeface="Tahoma"/>
              </a:rPr>
              <a:t>DATA</a:t>
            </a:r>
          </a:p>
        </p:txBody>
      </p:sp>
      <p:sp>
        <p:nvSpPr>
          <p:cNvPr id="10" name="">
            <a:extLst xmlns:a="http://schemas.openxmlformats.org/drawingml/2006/main">
              <a:ext uri="{FF2B5EF4-FFF2-40B4-BE49-F238E27FC236}">
                <a16:creationId xmlns:a16="http://schemas.microsoft.com/office/drawing/2014/main" id="{58DB66F1-65F6-4716-B80C-BBF7801AEDE3}"/>
              </a:ext>
            </a:extLst>
          </p:cNvPr>
          <p:cNvSpPr>
            <a:spLocks xmlns:a="http://schemas.openxmlformats.org/drawingml/2006/main" noGrp="1"/>
          </p:cNvSpPr>
          <p:nvPr/>
        </p:nvSpPr>
        <p:spPr>
          <a:xfrm xmlns:a="http://schemas.openxmlformats.org/drawingml/2006/main">
            <a:off x="5905500" y="16954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050" b="1">
                <a:solidFill>
                  <a:srgbClr val="5E7182"/>
                </a:solidFill>
                <a:latin typeface="Tahoma"/>
                <a:ea typeface="Tahoma"/>
                <a:cs typeface="Tahoma"/>
              </a:defRPr>
            </a:pPr>
            <a:r>
              <a:rPr sz="1050" b="1">
                <a:solidFill>
                  <a:srgbClr val="5E7182"/>
                </a:solidFill>
                <a:latin typeface="Tahoma"/>
                <a:ea typeface="Tahoma"/>
                <a:cs typeface="Tahoma"/>
              </a:rPr>
              <a:t>BEHAVIOR</a:t>
            </a:r>
          </a:p>
        </p:txBody>
      </p:sp>
      <p:sp>
        <p:nvSpPr>
          <p:cNvPr id="11" name="">
            <a:extLst xmlns:a="http://schemas.openxmlformats.org/drawingml/2006/main">
              <a:ext uri="{FF2B5EF4-FFF2-40B4-BE49-F238E27FC236}">
                <a16:creationId xmlns:a16="http://schemas.microsoft.com/office/drawing/2014/main" id="{923A8596-8613-49F9-98DD-7AF6558F94AA}"/>
              </a:ext>
            </a:extLst>
          </p:cNvPr>
          <p:cNvSpPr>
            <a:spLocks xmlns:a="http://schemas.openxmlformats.org/drawingml/2006/main" noGrp="1"/>
          </p:cNvSpPr>
          <p:nvPr/>
        </p:nvSpPr>
        <p:spPr>
          <a:xfrm xmlns:a="http://schemas.openxmlformats.org/drawingml/2006/main">
            <a:off x="9144000" y="1695450"/>
            <a:ext cx="219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050" b="1">
                <a:solidFill>
                  <a:srgbClr val="5E7182"/>
                </a:solidFill>
                <a:latin typeface="Tahoma"/>
                <a:ea typeface="Tahoma"/>
                <a:cs typeface="Tahoma"/>
              </a:defRPr>
            </a:pPr>
            <a:r>
              <a:rPr sz="1050" b="1">
                <a:solidFill>
                  <a:srgbClr val="5E7182"/>
                </a:solidFill>
                <a:latin typeface="Tahoma"/>
                <a:ea typeface="Tahoma"/>
                <a:cs typeface="Tahoma"/>
              </a:rPr>
              <a:t>WHY</a:t>
            </a:r>
          </a:p>
        </p:txBody>
      </p:sp>
      <p:sp>
        <p:nvSpPr>
          <p:cNvPr id="12" name="">
            <a:extLst xmlns:a="http://schemas.openxmlformats.org/drawingml/2006/main">
              <a:ext uri="{FF2B5EF4-FFF2-40B4-BE49-F238E27FC236}">
                <a16:creationId xmlns:a16="http://schemas.microsoft.com/office/drawing/2014/main" id="{A7492076-0E33-4FA9-877E-1F34B83B940C}"/>
              </a:ext>
            </a:extLst>
          </p:cNvPr>
          <p:cNvSpPr>
            <a:spLocks xmlns:a="http://schemas.openxmlformats.org/drawingml/2006/main" noGrp="1"/>
          </p:cNvSpPr>
          <p:nvPr/>
        </p:nvSpPr>
        <p:spPr>
          <a:xfrm xmlns:a="http://schemas.openxmlformats.org/drawingml/2006/main">
            <a:off x="685800" y="2000250"/>
            <a:ext cx="114300" cy="876300"/>
          </a:xfrm>
          <a:prstGeom xmlns:a="http://schemas.openxmlformats.org/drawingml/2006/main" prst="rect">
            <a:avLst/>
          </a:prstGeom>
          <a:solidFill xmlns:a="http://schemas.openxmlformats.org/drawingml/2006/main">
            <a:srgbClr val="00A6A6"/>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499F1110-980F-4C6D-A4FD-8C4C1953DCC1}"/>
              </a:ext>
            </a:extLst>
          </p:cNvPr>
          <p:cNvSpPr>
            <a:spLocks xmlns:a="http://schemas.openxmlformats.org/drawingml/2006/main" noGrp="1"/>
          </p:cNvSpPr>
          <p:nvPr/>
        </p:nvSpPr>
        <p:spPr>
          <a:xfrm xmlns:a="http://schemas.openxmlformats.org/drawingml/2006/main">
            <a:off x="800100" y="2867025"/>
            <a:ext cx="10706100" cy="9525"/>
          </a:xfrm>
          <a:prstGeom xmlns:a="http://schemas.openxmlformats.org/drawingml/2006/main" prst="rect">
            <a:avLst/>
          </a:prstGeom>
          <a:solidFill xmlns:a="http://schemas.openxmlformats.org/drawingml/2006/main">
            <a:srgbClr val="D6E1E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01D1BF1-0D4A-4E42-9389-52D768F8B8D3}"/>
              </a:ext>
            </a:extLst>
          </p:cNvPr>
          <p:cNvSpPr>
            <a:spLocks xmlns:a="http://schemas.openxmlformats.org/drawingml/2006/main" noGrp="1"/>
          </p:cNvSpPr>
          <p:nvPr/>
        </p:nvSpPr>
        <p:spPr>
          <a:xfrm xmlns:a="http://schemas.openxmlformats.org/drawingml/2006/main">
            <a:off x="1000125" y="2171700"/>
            <a:ext cx="2428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725" b="1">
                <a:solidFill>
                  <a:srgbClr val="00A6A6"/>
                </a:solidFill>
                <a:latin typeface="Tahoma"/>
                <a:ea typeface="Tahoma"/>
                <a:cs typeface="Tahoma"/>
              </a:defRPr>
            </a:pPr>
            <a:r>
              <a:rPr sz="1725" b="1">
                <a:solidFill>
                  <a:srgbClr val="00A6A6"/>
                </a:solidFill>
                <a:latin typeface="Tahoma"/>
                <a:ea typeface="Tahoma"/>
                <a:cs typeface="Tahoma"/>
              </a:rPr>
              <a:t>BEST-EFFORT BATCH</a:t>
            </a:r>
          </a:p>
        </p:txBody>
      </p:sp>
      <p:sp>
        <p:nvSpPr>
          <p:cNvPr id="15" name="">
            <a:extLst xmlns:a="http://schemas.openxmlformats.org/drawingml/2006/main">
              <a:ext uri="{FF2B5EF4-FFF2-40B4-BE49-F238E27FC236}">
                <a16:creationId xmlns:a16="http://schemas.microsoft.com/office/drawing/2014/main" id="{314E0138-77EC-4328-9639-5A59808C04BA}"/>
              </a:ext>
            </a:extLst>
          </p:cNvPr>
          <p:cNvSpPr>
            <a:spLocks xmlns:a="http://schemas.openxmlformats.org/drawingml/2006/main" noGrp="1"/>
          </p:cNvSpPr>
          <p:nvPr/>
        </p:nvSpPr>
        <p:spPr>
          <a:xfrm xmlns:a="http://schemas.openxmlformats.org/drawingml/2006/main">
            <a:off x="3714750" y="2190750"/>
            <a:ext cx="1905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725" b="1">
                <a:solidFill>
                  <a:srgbClr val="0B1F33"/>
                </a:solidFill>
                <a:latin typeface="Tahoma"/>
                <a:ea typeface="Tahoma"/>
                <a:cs typeface="Tahoma"/>
              </a:defRPr>
            </a:pPr>
            <a:r>
              <a:rPr sz="1725" b="1">
                <a:solidFill>
                  <a:srgbClr val="0B1F33"/>
                </a:solidFill>
                <a:latin typeface="Tahoma"/>
                <a:ea typeface="Tahoma"/>
                <a:cs typeface="Tahoma"/>
              </a:rPr>
              <a:t>ข้อมูลปกติ</a:t>
            </a:r>
          </a:p>
        </p:txBody>
      </p:sp>
      <p:sp>
        <p:nvSpPr>
          <p:cNvPr id="16" name="">
            <a:extLst xmlns:a="http://schemas.openxmlformats.org/drawingml/2006/main">
              <a:ext uri="{FF2B5EF4-FFF2-40B4-BE49-F238E27FC236}">
                <a16:creationId xmlns:a16="http://schemas.microsoft.com/office/drawing/2014/main" id="{DCD5F25F-D405-43DD-8E23-C48402894D71}"/>
              </a:ext>
            </a:extLst>
          </p:cNvPr>
          <p:cNvSpPr>
            <a:spLocks xmlns:a="http://schemas.openxmlformats.org/drawingml/2006/main" noGrp="1"/>
          </p:cNvSpPr>
          <p:nvPr/>
        </p:nvSpPr>
        <p:spPr>
          <a:xfrm xmlns:a="http://schemas.openxmlformats.org/drawingml/2006/main">
            <a:off x="5905500" y="2190750"/>
            <a:ext cx="2762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650" b="0">
                <a:solidFill>
                  <a:srgbClr val="172A3A"/>
                </a:solidFill>
                <a:latin typeface="Tahoma"/>
                <a:ea typeface="Tahoma"/>
                <a:cs typeface="Tahoma"/>
              </a:defRPr>
            </a:pPr>
            <a:r>
              <a:rPr sz="1650" b="0">
                <a:solidFill>
                  <a:srgbClr val="172A3A"/>
                </a:solidFill>
                <a:latin typeface="Tahoma"/>
                <a:ea typeface="Tahoma"/>
                <a:cs typeface="Tahoma"/>
              </a:rPr>
              <a:t>รวมหลาย readings / no ACK</a:t>
            </a:r>
          </a:p>
        </p:txBody>
      </p:sp>
      <p:sp>
        <p:nvSpPr>
          <p:cNvPr id="17" name="">
            <a:extLst xmlns:a="http://schemas.openxmlformats.org/drawingml/2006/main">
              <a:ext uri="{FF2B5EF4-FFF2-40B4-BE49-F238E27FC236}">
                <a16:creationId xmlns:a16="http://schemas.microsoft.com/office/drawing/2014/main" id="{BB5AFBAA-6506-4A8C-B47E-F35A813EDEFF}"/>
              </a:ext>
            </a:extLst>
          </p:cNvPr>
          <p:cNvSpPr>
            <a:spLocks xmlns:a="http://schemas.openxmlformats.org/drawingml/2006/main" noGrp="1"/>
          </p:cNvSpPr>
          <p:nvPr/>
        </p:nvSpPr>
        <p:spPr>
          <a:xfrm xmlns:a="http://schemas.openxmlformats.org/drawingml/2006/main">
            <a:off x="9144000" y="2190750"/>
            <a:ext cx="219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575" b="0">
                <a:solidFill>
                  <a:srgbClr val="172A3A"/>
                </a:solidFill>
                <a:latin typeface="Tahoma"/>
                <a:ea typeface="Tahoma"/>
                <a:cs typeface="Tahoma"/>
              </a:defRPr>
            </a:pPr>
            <a:r>
              <a:rPr sz="1575" b="0">
                <a:solidFill>
                  <a:srgbClr val="172A3A"/>
                </a:solidFill>
                <a:latin typeface="Tahoma"/>
                <a:ea typeface="Tahoma"/>
                <a:cs typeface="Tahoma"/>
              </a:rPr>
              <a:t>ลด bytes ต่อค่า</a:t>
            </a:r>
          </a:p>
        </p:txBody>
      </p:sp>
      <p:sp>
        <p:nvSpPr>
          <p:cNvPr id="18" name="">
            <a:extLst xmlns:a="http://schemas.openxmlformats.org/drawingml/2006/main">
              <a:ext uri="{FF2B5EF4-FFF2-40B4-BE49-F238E27FC236}">
                <a16:creationId xmlns:a16="http://schemas.microsoft.com/office/drawing/2014/main" id="{500B1797-C4E3-4F77-82DA-27558D546039}"/>
              </a:ext>
            </a:extLst>
          </p:cNvPr>
          <p:cNvSpPr>
            <a:spLocks xmlns:a="http://schemas.openxmlformats.org/drawingml/2006/main" noGrp="1"/>
          </p:cNvSpPr>
          <p:nvPr/>
        </p:nvSpPr>
        <p:spPr>
          <a:xfrm xmlns:a="http://schemas.openxmlformats.org/drawingml/2006/main">
            <a:off x="685800" y="3238500"/>
            <a:ext cx="114300" cy="876300"/>
          </a:xfrm>
          <a:prstGeom xmlns:a="http://schemas.openxmlformats.org/drawingml/2006/main" prst="rect">
            <a:avLst/>
          </a:prstGeom>
          <a:solidFill xmlns:a="http://schemas.openxmlformats.org/drawingml/2006/main">
            <a:srgbClr val="43D5C9"/>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F2A5B558-C6E1-442E-A6D7-6F15CFDB9B3A}"/>
              </a:ext>
            </a:extLst>
          </p:cNvPr>
          <p:cNvSpPr>
            <a:spLocks xmlns:a="http://schemas.openxmlformats.org/drawingml/2006/main" noGrp="1"/>
          </p:cNvSpPr>
          <p:nvPr/>
        </p:nvSpPr>
        <p:spPr>
          <a:xfrm xmlns:a="http://schemas.openxmlformats.org/drawingml/2006/main">
            <a:off x="800100" y="4105275"/>
            <a:ext cx="10706100" cy="9525"/>
          </a:xfrm>
          <a:prstGeom xmlns:a="http://schemas.openxmlformats.org/drawingml/2006/main" prst="rect">
            <a:avLst/>
          </a:prstGeom>
          <a:solidFill xmlns:a="http://schemas.openxmlformats.org/drawingml/2006/main">
            <a:srgbClr val="D6E1E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8B722FF2-939F-4164-9C66-52B47319E990}"/>
              </a:ext>
            </a:extLst>
          </p:cNvPr>
          <p:cNvSpPr>
            <a:spLocks xmlns:a="http://schemas.openxmlformats.org/drawingml/2006/main" noGrp="1"/>
          </p:cNvSpPr>
          <p:nvPr/>
        </p:nvSpPr>
        <p:spPr>
          <a:xfrm xmlns:a="http://schemas.openxmlformats.org/drawingml/2006/main">
            <a:off x="1000125" y="3409950"/>
            <a:ext cx="2428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725" b="1">
                <a:solidFill>
                  <a:srgbClr val="43D5C9"/>
                </a:solidFill>
                <a:latin typeface="Tahoma"/>
                <a:ea typeface="Tahoma"/>
                <a:cs typeface="Tahoma"/>
              </a:defRPr>
            </a:pPr>
            <a:r>
              <a:rPr sz="1725" b="1">
                <a:solidFill>
                  <a:srgbClr val="43D5C9"/>
                </a:solidFill>
                <a:latin typeface="Tahoma"/>
                <a:ea typeface="Tahoma"/>
                <a:cs typeface="Tahoma"/>
              </a:rPr>
              <a:t>LATEST ONLY</a:t>
            </a:r>
          </a:p>
        </p:txBody>
      </p:sp>
      <p:sp>
        <p:nvSpPr>
          <p:cNvPr id="21" name="">
            <a:extLst xmlns:a="http://schemas.openxmlformats.org/drawingml/2006/main">
              <a:ext uri="{FF2B5EF4-FFF2-40B4-BE49-F238E27FC236}">
                <a16:creationId xmlns:a16="http://schemas.microsoft.com/office/drawing/2014/main" id="{B9DC63BA-CA76-4AA7-8234-AFC8EF3F1D97}"/>
              </a:ext>
            </a:extLst>
          </p:cNvPr>
          <p:cNvSpPr>
            <a:spLocks xmlns:a="http://schemas.openxmlformats.org/drawingml/2006/main" noGrp="1"/>
          </p:cNvSpPr>
          <p:nvPr/>
        </p:nvSpPr>
        <p:spPr>
          <a:xfrm xmlns:a="http://schemas.openxmlformats.org/drawingml/2006/main">
            <a:off x="3714750" y="3429000"/>
            <a:ext cx="1905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725" b="1">
                <a:solidFill>
                  <a:srgbClr val="0B1F33"/>
                </a:solidFill>
                <a:latin typeface="Tahoma"/>
                <a:ea typeface="Tahoma"/>
                <a:cs typeface="Tahoma"/>
              </a:defRPr>
            </a:pPr>
            <a:r>
              <a:rPr sz="1725" b="1">
                <a:solidFill>
                  <a:srgbClr val="0B1F33"/>
                </a:solidFill>
                <a:latin typeface="Tahoma"/>
                <a:ea typeface="Tahoma"/>
                <a:cs typeface="Tahoma"/>
              </a:rPr>
              <a:t>ตำแหน่งล่าสุด</a:t>
            </a:r>
          </a:p>
        </p:txBody>
      </p:sp>
      <p:sp>
        <p:nvSpPr>
          <p:cNvPr id="22" name="">
            <a:extLst xmlns:a="http://schemas.openxmlformats.org/drawingml/2006/main">
              <a:ext uri="{FF2B5EF4-FFF2-40B4-BE49-F238E27FC236}">
                <a16:creationId xmlns:a16="http://schemas.microsoft.com/office/drawing/2014/main" id="{25B854B3-9064-4907-B842-C7F2FC619DFF}"/>
              </a:ext>
            </a:extLst>
          </p:cNvPr>
          <p:cNvSpPr>
            <a:spLocks xmlns:a="http://schemas.openxmlformats.org/drawingml/2006/main" noGrp="1"/>
          </p:cNvSpPr>
          <p:nvPr/>
        </p:nvSpPr>
        <p:spPr>
          <a:xfrm xmlns:a="http://schemas.openxmlformats.org/drawingml/2006/main">
            <a:off x="5905500" y="3429000"/>
            <a:ext cx="2762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650" b="0">
                <a:solidFill>
                  <a:srgbClr val="172A3A"/>
                </a:solidFill>
                <a:latin typeface="Tahoma"/>
                <a:ea typeface="Tahoma"/>
                <a:cs typeface="Tahoma"/>
              </a:defRPr>
            </a:pPr>
            <a:r>
              <a:rPr sz="1650" b="0">
                <a:solidFill>
                  <a:srgbClr val="172A3A"/>
                </a:solidFill>
                <a:latin typeface="Tahoma"/>
                <a:ea typeface="Tahoma"/>
                <a:cs typeface="Tahoma"/>
              </a:rPr>
              <a:t>เก็บเฉพาะ sequence ใหม่กว่า</a:t>
            </a:r>
          </a:p>
        </p:txBody>
      </p:sp>
      <p:sp>
        <p:nvSpPr>
          <p:cNvPr id="23" name="">
            <a:extLst xmlns:a="http://schemas.openxmlformats.org/drawingml/2006/main">
              <a:ext uri="{FF2B5EF4-FFF2-40B4-BE49-F238E27FC236}">
                <a16:creationId xmlns:a16="http://schemas.microsoft.com/office/drawing/2014/main" id="{BF7B3A7B-76B8-4F6F-8648-5CDBD020BCB2}"/>
              </a:ext>
            </a:extLst>
          </p:cNvPr>
          <p:cNvSpPr>
            <a:spLocks xmlns:a="http://schemas.openxmlformats.org/drawingml/2006/main" noGrp="1"/>
          </p:cNvSpPr>
          <p:nvPr/>
        </p:nvSpPr>
        <p:spPr>
          <a:xfrm xmlns:a="http://schemas.openxmlformats.org/drawingml/2006/main">
            <a:off x="9144000" y="3429000"/>
            <a:ext cx="219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575" b="0">
                <a:solidFill>
                  <a:srgbClr val="172A3A"/>
                </a:solidFill>
                <a:latin typeface="Tahoma"/>
                <a:ea typeface="Tahoma"/>
                <a:cs typeface="Tahoma"/>
              </a:defRPr>
            </a:pPr>
            <a:r>
              <a:rPr sz="1575" b="0">
                <a:solidFill>
                  <a:srgbClr val="172A3A"/>
                </a:solidFill>
                <a:latin typeface="Tahoma"/>
                <a:ea typeface="Tahoma"/>
                <a:cs typeface="Tahoma"/>
              </a:rPr>
              <a:t>ความสดสำคัญกว่าประวัติ</a:t>
            </a:r>
          </a:p>
        </p:txBody>
      </p:sp>
      <p:sp>
        <p:nvSpPr>
          <p:cNvPr id="24" name="">
            <a:extLst xmlns:a="http://schemas.openxmlformats.org/drawingml/2006/main">
              <a:ext uri="{FF2B5EF4-FFF2-40B4-BE49-F238E27FC236}">
                <a16:creationId xmlns:a16="http://schemas.microsoft.com/office/drawing/2014/main" id="{A6FB9065-2103-446F-BECF-3EDE4289A619}"/>
              </a:ext>
            </a:extLst>
          </p:cNvPr>
          <p:cNvSpPr>
            <a:spLocks xmlns:a="http://schemas.openxmlformats.org/drawingml/2006/main" noGrp="1"/>
          </p:cNvSpPr>
          <p:nvPr/>
        </p:nvSpPr>
        <p:spPr>
          <a:xfrm xmlns:a="http://schemas.openxmlformats.org/drawingml/2006/main">
            <a:off x="685800" y="4476750"/>
            <a:ext cx="114300" cy="876300"/>
          </a:xfrm>
          <a:prstGeom xmlns:a="http://schemas.openxmlformats.org/drawingml/2006/main" prst="rect">
            <a:avLst/>
          </a:prstGeom>
          <a:solidFill xmlns:a="http://schemas.openxmlformats.org/drawingml/2006/main">
            <a:srgbClr val="FF6B5E"/>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3EE11789-7F32-4421-A2B7-48E447B6A431}"/>
              </a:ext>
            </a:extLst>
          </p:cNvPr>
          <p:cNvSpPr>
            <a:spLocks xmlns:a="http://schemas.openxmlformats.org/drawingml/2006/main" noGrp="1"/>
          </p:cNvSpPr>
          <p:nvPr/>
        </p:nvSpPr>
        <p:spPr>
          <a:xfrm xmlns:a="http://schemas.openxmlformats.org/drawingml/2006/main">
            <a:off x="800100" y="5343525"/>
            <a:ext cx="10706100" cy="9525"/>
          </a:xfrm>
          <a:prstGeom xmlns:a="http://schemas.openxmlformats.org/drawingml/2006/main" prst="rect">
            <a:avLst/>
          </a:prstGeom>
          <a:solidFill xmlns:a="http://schemas.openxmlformats.org/drawingml/2006/main">
            <a:srgbClr val="D6E1E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83501970-D4EC-426E-9636-3351C93E41C3}"/>
              </a:ext>
            </a:extLst>
          </p:cNvPr>
          <p:cNvSpPr>
            <a:spLocks xmlns:a="http://schemas.openxmlformats.org/drawingml/2006/main" noGrp="1"/>
          </p:cNvSpPr>
          <p:nvPr/>
        </p:nvSpPr>
        <p:spPr>
          <a:xfrm xmlns:a="http://schemas.openxmlformats.org/drawingml/2006/main">
            <a:off x="1000125" y="4648200"/>
            <a:ext cx="2428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725" b="1">
                <a:solidFill>
                  <a:srgbClr val="FF6B5E"/>
                </a:solidFill>
                <a:latin typeface="Tahoma"/>
                <a:ea typeface="Tahoma"/>
                <a:cs typeface="Tahoma"/>
              </a:defRPr>
            </a:pPr>
            <a:r>
              <a:rPr sz="1725" b="1">
                <a:solidFill>
                  <a:srgbClr val="FF6B5E"/>
                </a:solidFill>
                <a:latin typeface="Tahoma"/>
                <a:ea typeface="Tahoma"/>
                <a:cs typeface="Tahoma"/>
              </a:rPr>
              <a:t>CRITICAL RELIABLE</a:t>
            </a:r>
          </a:p>
        </p:txBody>
      </p:sp>
      <p:sp>
        <p:nvSpPr>
          <p:cNvPr id="27" name="">
            <a:extLst xmlns:a="http://schemas.openxmlformats.org/drawingml/2006/main">
              <a:ext uri="{FF2B5EF4-FFF2-40B4-BE49-F238E27FC236}">
                <a16:creationId xmlns:a16="http://schemas.microsoft.com/office/drawing/2014/main" id="{661E34F1-A582-4A13-9833-F23697A1241E}"/>
              </a:ext>
            </a:extLst>
          </p:cNvPr>
          <p:cNvSpPr>
            <a:spLocks xmlns:a="http://schemas.openxmlformats.org/drawingml/2006/main" noGrp="1"/>
          </p:cNvSpPr>
          <p:nvPr/>
        </p:nvSpPr>
        <p:spPr>
          <a:xfrm xmlns:a="http://schemas.openxmlformats.org/drawingml/2006/main">
            <a:off x="3714750" y="4667250"/>
            <a:ext cx="1905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725" b="1">
                <a:solidFill>
                  <a:srgbClr val="0B1F33"/>
                </a:solidFill>
                <a:latin typeface="Tahoma"/>
                <a:ea typeface="Tahoma"/>
                <a:cs typeface="Tahoma"/>
              </a:defRPr>
            </a:pPr>
            <a:r>
              <a:rPr sz="1725" b="1">
                <a:solidFill>
                  <a:srgbClr val="0B1F33"/>
                </a:solidFill>
                <a:latin typeface="Tahoma"/>
                <a:ea typeface="Tahoma"/>
                <a:cs typeface="Tahoma"/>
              </a:rPr>
              <a:t>เหตุไฟไหม้</a:t>
            </a:r>
          </a:p>
        </p:txBody>
      </p:sp>
      <p:sp>
        <p:nvSpPr>
          <p:cNvPr id="28" name="">
            <a:extLst xmlns:a="http://schemas.openxmlformats.org/drawingml/2006/main">
              <a:ext uri="{FF2B5EF4-FFF2-40B4-BE49-F238E27FC236}">
                <a16:creationId xmlns:a16="http://schemas.microsoft.com/office/drawing/2014/main" id="{FE7E6046-E360-434E-9166-4F76A75D0370}"/>
              </a:ext>
            </a:extLst>
          </p:cNvPr>
          <p:cNvSpPr>
            <a:spLocks xmlns:a="http://schemas.openxmlformats.org/drawingml/2006/main" noGrp="1"/>
          </p:cNvSpPr>
          <p:nvPr/>
        </p:nvSpPr>
        <p:spPr>
          <a:xfrm xmlns:a="http://schemas.openxmlformats.org/drawingml/2006/main">
            <a:off x="5905500" y="4667250"/>
            <a:ext cx="2762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4697"/>
          </a:bodyPr>
          <a:lstStyle xmlns:a="http://schemas.openxmlformats.org/drawingml/2006/main"/>
          <a:p xmlns:a="http://schemas.openxmlformats.org/drawingml/2006/main">
            <a:pPr algn="l">
              <a:lnSpc>
                <a:spcPct val="100000"/>
              </a:lnSpc>
              <a:buNone/>
              <a:defRPr sz="1650" b="0">
                <a:solidFill>
                  <a:srgbClr val="172A3A"/>
                </a:solidFill>
                <a:latin typeface="Tahoma"/>
                <a:ea typeface="Tahoma"/>
                <a:cs typeface="Tahoma"/>
              </a:defRPr>
            </a:pPr>
            <a:r>
              <a:rPr sz="1650" b="0">
                <a:solidFill>
                  <a:srgbClr val="172A3A"/>
                </a:solidFill>
                <a:latin typeface="Tahoma"/>
                <a:ea typeface="Tahoma"/>
                <a:cs typeface="Tahoma"/>
              </a:rPr>
              <a:t>ACK + timeout + bounded retry</a:t>
            </a:r>
          </a:p>
        </p:txBody>
      </p:sp>
      <p:sp>
        <p:nvSpPr>
          <p:cNvPr id="29" name="">
            <a:extLst xmlns:a="http://schemas.openxmlformats.org/drawingml/2006/main">
              <a:ext uri="{FF2B5EF4-FFF2-40B4-BE49-F238E27FC236}">
                <a16:creationId xmlns:a16="http://schemas.microsoft.com/office/drawing/2014/main" id="{123E61C7-809B-4582-A9BD-AAF050C37AE3}"/>
              </a:ext>
            </a:extLst>
          </p:cNvPr>
          <p:cNvSpPr>
            <a:spLocks xmlns:a="http://schemas.openxmlformats.org/drawingml/2006/main" noGrp="1"/>
          </p:cNvSpPr>
          <p:nvPr/>
        </p:nvSpPr>
        <p:spPr>
          <a:xfrm xmlns:a="http://schemas.openxmlformats.org/drawingml/2006/main">
            <a:off x="9144000" y="4667250"/>
            <a:ext cx="219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575" b="0">
                <a:solidFill>
                  <a:srgbClr val="172A3A"/>
                </a:solidFill>
                <a:latin typeface="Tahoma"/>
                <a:ea typeface="Tahoma"/>
                <a:cs typeface="Tahoma"/>
              </a:defRPr>
            </a:pPr>
            <a:r>
              <a:rPr sz="1575" b="0">
                <a:solidFill>
                  <a:srgbClr val="172A3A"/>
                </a:solidFill>
                <a:latin typeface="Tahoma"/>
                <a:ea typeface="Tahoma"/>
                <a:cs typeface="Tahoma"/>
              </a:rPr>
              <a:t>กด duplicate ใน
cache 60 วินาที</a:t>
            </a:r>
          </a:p>
        </p:txBody>
      </p:sp>
    </p:spTree>
    <p:extLst>
      <p:ext uri="{BB962C8B-B14F-4D97-AF65-F5344CB8AC3E}">
        <p14:creationId xmlns:p14="http://schemas.microsoft.com/office/powerpoint/2010/main" val="1122541433"/>
      </p:ext>
    </p:extLst>
  </p:cSld>
</p:sld>
</file>

<file path=ppt/slides/slide6.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AC1E8F7A-2EC7-4F99-8E15-449D37D2BF75}"/>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0A6A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5732CE6-5309-4C11-B1AD-7A334B61E008}"/>
              </a:ext>
            </a:extLst>
          </p:cNvPr>
          <p:cNvSpPr>
            <a:spLocks xmlns:a="http://schemas.openxmlformats.org/drawingml/2006/main" noGrp="1"/>
          </p:cNvSpPr>
          <p:nvPr/>
        </p:nvSpPr>
        <p:spPr>
          <a:xfrm xmlns:a="http://schemas.openxmlformats.org/drawingml/2006/main">
            <a:off x="685800" y="3619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050" b="1">
                <a:solidFill>
                  <a:srgbClr val="00A6A6"/>
                </a:solidFill>
                <a:latin typeface="Tahoma"/>
                <a:ea typeface="Tahoma"/>
                <a:cs typeface="Tahoma"/>
              </a:defRPr>
            </a:pPr>
            <a:r>
              <a:rPr sz="1050" b="1">
                <a:solidFill>
                  <a:srgbClr val="00A6A6"/>
                </a:solidFill>
                <a:latin typeface="Tahoma"/>
                <a:ea typeface="Tahoma"/>
                <a:cs typeface="Tahoma"/>
              </a:rPr>
              <a:t>WIRE FORMAT</a:t>
            </a:r>
          </a:p>
        </p:txBody>
      </p:sp>
      <p:sp>
        <p:nvSpPr>
          <p:cNvPr id="3" name="">
            <a:extLst xmlns:a="http://schemas.openxmlformats.org/drawingml/2006/main">
              <a:ext uri="{FF2B5EF4-FFF2-40B4-BE49-F238E27FC236}">
                <a16:creationId xmlns:a16="http://schemas.microsoft.com/office/drawing/2014/main" id="{ED6BDD7E-B9F4-4BB4-BEB6-EF7798B04257}"/>
              </a:ext>
            </a:extLst>
          </p:cNvPr>
          <p:cNvSpPr>
            <a:spLocks xmlns:a="http://schemas.openxmlformats.org/drawingml/2006/main" noGrp="1"/>
          </p:cNvSpPr>
          <p:nvPr/>
        </p:nvSpPr>
        <p:spPr>
          <a:xfrm xmlns:a="http://schemas.openxmlformats.org/drawingml/2006/main">
            <a:off x="685800" y="6667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3150" b="1">
                <a:solidFill>
                  <a:srgbClr val="0B1F33"/>
                </a:solidFill>
                <a:latin typeface="Tahoma"/>
                <a:ea typeface="Tahoma"/>
                <a:cs typeface="Tahoma"/>
              </a:defRPr>
            </a:pPr>
            <a:r>
              <a:rPr sz="3150" b="1">
                <a:solidFill>
                  <a:srgbClr val="0B1F33"/>
                </a:solidFill>
                <a:latin typeface="Tahoma"/>
                <a:ea typeface="Tahoma"/>
                <a:cs typeface="Tahoma"/>
              </a:rPr>
              <a:t>Wire format: fixed header 40 bytes + payload</a:t>
            </a:r>
          </a:p>
        </p:txBody>
      </p:sp>
      <p:sp>
        <p:nvSpPr>
          <p:cNvPr id="4" name="">
            <a:extLst xmlns:a="http://schemas.openxmlformats.org/drawingml/2006/main">
              <a:ext uri="{FF2B5EF4-FFF2-40B4-BE49-F238E27FC236}">
                <a16:creationId xmlns:a16="http://schemas.microsoft.com/office/drawing/2014/main" id="{979F5DF0-C2D0-49F7-A89A-6F02822BB2FD}"/>
              </a:ext>
            </a:extLst>
          </p:cNvPr>
          <p:cNvSpPr>
            <a:spLocks xmlns:a="http://schemas.openxmlformats.org/drawingml/2006/main" noGrp="1"/>
          </p:cNvSpPr>
          <p:nvPr/>
        </p:nvSpPr>
        <p:spPr>
          <a:xfrm xmlns:a="http://schemas.openxmlformats.org/drawingml/2006/main">
            <a:off x="685800" y="1304925"/>
            <a:ext cx="10820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425" b="0">
                <a:solidFill>
                  <a:srgbClr val="5E7182"/>
                </a:solidFill>
                <a:latin typeface="Tahoma"/>
                <a:ea typeface="Tahoma"/>
                <a:cs typeface="Tahoma"/>
              </a:defRPr>
            </a:pPr>
            <a:r>
              <a:rPr sz="1425" b="0">
                <a:solidFill>
                  <a:srgbClr val="5E7182"/>
                </a:solidFill>
                <a:latin typeface="Tahoma"/>
                <a:ea typeface="Tahoma"/>
                <a:cs typeface="Tahoma"/>
              </a:rPr>
              <a:t>Big-endian • max datagram 1,200 bytes • CRC32 ครอบ header และ payload</a:t>
            </a:r>
          </a:p>
        </p:txBody>
      </p:sp>
      <p:sp>
        <p:nvSpPr>
          <p:cNvPr id="5" name="">
            <a:extLst xmlns:a="http://schemas.openxmlformats.org/drawingml/2006/main">
              <a:ext uri="{FF2B5EF4-FFF2-40B4-BE49-F238E27FC236}">
                <a16:creationId xmlns:a16="http://schemas.microsoft.com/office/drawing/2014/main" id="{A4178D1F-09CF-4EB9-BB1F-65C424648E9E}"/>
              </a:ext>
            </a:extLst>
          </p:cNvPr>
          <p:cNvSpPr>
            <a:spLocks xmlns:a="http://schemas.openxmlformats.org/drawingml/2006/main" noGrp="1"/>
          </p:cNvSpPr>
          <p:nvPr/>
        </p:nvSpPr>
        <p:spPr>
          <a:xfrm xmlns:a="http://schemas.openxmlformats.org/drawingml/2006/main">
            <a:off x="685800" y="6362700"/>
            <a:ext cx="10820400" cy="9525"/>
          </a:xfrm>
          <a:prstGeom xmlns:a="http://schemas.openxmlformats.org/drawingml/2006/main" prst="rect">
            <a:avLst/>
          </a:prstGeom>
          <a:solidFill xmlns:a="http://schemas.openxmlformats.org/drawingml/2006/main">
            <a:srgbClr val="D6E1E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BDDD736-8732-449D-BC43-B8531E0A18C1}"/>
              </a:ext>
            </a:extLst>
          </p:cNvPr>
          <p:cNvSpPr>
            <a:spLocks xmlns:a="http://schemas.openxmlformats.org/drawingml/2006/main" noGrp="1"/>
          </p:cNvSpPr>
          <p:nvPr/>
        </p:nvSpPr>
        <p:spPr>
          <a:xfrm xmlns:a="http://schemas.openxmlformats.org/drawingml/2006/main">
            <a:off x="685800" y="64579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050" b="1">
                <a:solidFill>
                  <a:srgbClr val="5E7182"/>
                </a:solidFill>
                <a:latin typeface="Tahoma"/>
                <a:ea typeface="Tahoma"/>
                <a:cs typeface="Tahoma"/>
              </a:defRPr>
            </a:pPr>
            <a:r>
              <a:rPr sz="1050" b="1">
                <a:solidFill>
                  <a:srgbClr val="5E7182"/>
                </a:solidFill>
                <a:latin typeface="Tahoma"/>
                <a:ea typeface="Tahoma"/>
                <a:cs typeface="Tahoma"/>
              </a:rPr>
              <a:t>DART v1</a:t>
            </a:r>
          </a:p>
        </p:txBody>
      </p:sp>
      <p:sp>
        <p:nvSpPr>
          <p:cNvPr id="7" name="">
            <a:extLst xmlns:a="http://schemas.openxmlformats.org/drawingml/2006/main">
              <a:ext uri="{FF2B5EF4-FFF2-40B4-BE49-F238E27FC236}">
                <a16:creationId xmlns:a16="http://schemas.microsoft.com/office/drawing/2014/main" id="{84BCFFE6-9C15-47A4-824A-6F87E3B8A73D}"/>
              </a:ext>
            </a:extLst>
          </p:cNvPr>
          <p:cNvSpPr>
            <a:spLocks xmlns:a="http://schemas.openxmlformats.org/drawingml/2006/main" noGrp="1"/>
          </p:cNvSpPr>
          <p:nvPr/>
        </p:nvSpPr>
        <p:spPr>
          <a:xfrm xmlns:a="http://schemas.openxmlformats.org/drawingml/2006/main">
            <a:off x="10763250" y="6457950"/>
            <a:ext cx="742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0000"/>
              </a:lnSpc>
              <a:buNone/>
              <a:defRPr sz="1050" b="1">
                <a:solidFill>
                  <a:srgbClr val="5E7182"/>
                </a:solidFill>
                <a:latin typeface="Tahoma"/>
                <a:ea typeface="Tahoma"/>
                <a:cs typeface="Tahoma"/>
              </a:defRPr>
            </a:pPr>
            <a:r>
              <a:rPr sz="1050" b="1">
                <a:solidFill>
                  <a:srgbClr val="5E7182"/>
                </a:solidFill>
                <a:latin typeface="Tahoma"/>
                <a:ea typeface="Tahoma"/>
                <a:cs typeface="Tahoma"/>
              </a:rPr>
              <a:t>06</a:t>
            </a:r>
          </a:p>
        </p:txBody>
      </p:sp>
      <p:sp>
        <p:nvSpPr>
          <p:cNvPr id="8" name="">
            <a:extLst xmlns:a="http://schemas.openxmlformats.org/drawingml/2006/main">
              <a:ext uri="{FF2B5EF4-FFF2-40B4-BE49-F238E27FC236}">
                <a16:creationId xmlns:a16="http://schemas.microsoft.com/office/drawing/2014/main" id="{F5F97636-CD6B-436C-8E48-8585497E6DD8}"/>
              </a:ext>
            </a:extLst>
          </p:cNvPr>
          <p:cNvSpPr>
            <a:spLocks xmlns:a="http://schemas.openxmlformats.org/drawingml/2006/main" noGrp="1"/>
          </p:cNvSpPr>
          <p:nvPr/>
        </p:nvSpPr>
        <p:spPr>
          <a:xfrm xmlns:a="http://schemas.openxmlformats.org/drawingml/2006/main">
            <a:off x="685800" y="2190750"/>
            <a:ext cx="2362200" cy="457200"/>
          </a:xfrm>
          <a:prstGeom xmlns:a="http://schemas.openxmlformats.org/drawingml/2006/main" prst="rect">
            <a:avLst/>
          </a:prstGeom>
          <a:solidFill xmlns:a="http://schemas.openxmlformats.org/drawingml/2006/main">
            <a:srgbClr val="00A6A6"/>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3A39B221-9033-42B9-B49C-CF8A88B76D45}"/>
              </a:ext>
            </a:extLst>
          </p:cNvPr>
          <p:cNvSpPr>
            <a:spLocks xmlns:a="http://schemas.openxmlformats.org/drawingml/2006/main" noGrp="1"/>
          </p:cNvSpPr>
          <p:nvPr/>
        </p:nvSpPr>
        <p:spPr>
          <a:xfrm xmlns:a="http://schemas.openxmlformats.org/drawingml/2006/main">
            <a:off x="685800" y="2647950"/>
            <a:ext cx="2362200" cy="1352550"/>
          </a:xfrm>
          <a:prstGeom xmlns:a="http://schemas.openxmlformats.org/drawingml/2006/main" prst="rect">
            <a:avLst/>
          </a:prstGeom>
          <a:solidFill xmlns:a="http://schemas.openxmlformats.org/drawingml/2006/main">
            <a:srgbClr val="FFFFFF"/>
          </a:solidFill>
          <a:ln xmlns:a="http://schemas.openxmlformats.org/drawingml/2006/main" w="9525">
            <a:solidFill>
              <a:srgbClr val="D6E1E8"/>
            </a:solidFill>
            <a:prstDash val="solid"/>
          </a:ln>
        </p:spPr>
      </p:sp>
      <p:sp>
        <p:nvSpPr>
          <p:cNvPr id="10" name="">
            <a:extLst xmlns:a="http://schemas.openxmlformats.org/drawingml/2006/main">
              <a:ext uri="{FF2B5EF4-FFF2-40B4-BE49-F238E27FC236}">
                <a16:creationId xmlns:a16="http://schemas.microsoft.com/office/drawing/2014/main" id="{C3DFDCB4-F911-43BB-9274-D3DF316A3740}"/>
              </a:ext>
            </a:extLst>
          </p:cNvPr>
          <p:cNvSpPr>
            <a:spLocks xmlns:a="http://schemas.openxmlformats.org/drawingml/2006/main" noGrp="1"/>
          </p:cNvSpPr>
          <p:nvPr/>
        </p:nvSpPr>
        <p:spPr>
          <a:xfrm xmlns:a="http://schemas.openxmlformats.org/drawingml/2006/main">
            <a:off x="800100" y="2295525"/>
            <a:ext cx="2133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0000"/>
              </a:lnSpc>
              <a:buNone/>
              <a:defRPr sz="1350" b="1">
                <a:solidFill>
                  <a:srgbClr val="FFFFFF"/>
                </a:solidFill>
                <a:latin typeface="Tahoma"/>
                <a:ea typeface="Tahoma"/>
                <a:cs typeface="Tahoma"/>
              </a:defRPr>
            </a:pPr>
            <a:r>
              <a:rPr sz="1350" b="1">
                <a:solidFill>
                  <a:srgbClr val="FFFFFF"/>
                </a:solidFill>
                <a:latin typeface="Tahoma"/>
                <a:ea typeface="Tahoma"/>
                <a:cs typeface="Tahoma"/>
              </a:rPr>
              <a:t>IDENTITY</a:t>
            </a:r>
          </a:p>
        </p:txBody>
      </p:sp>
      <p:sp>
        <p:nvSpPr>
          <p:cNvPr id="11" name="">
            <a:extLst xmlns:a="http://schemas.openxmlformats.org/drawingml/2006/main">
              <a:ext uri="{FF2B5EF4-FFF2-40B4-BE49-F238E27FC236}">
                <a16:creationId xmlns:a16="http://schemas.microsoft.com/office/drawing/2014/main" id="{8C432A6D-27BC-4DF2-9E0B-B7439264A5A3}"/>
              </a:ext>
            </a:extLst>
          </p:cNvPr>
          <p:cNvSpPr>
            <a:spLocks xmlns:a="http://schemas.openxmlformats.org/drawingml/2006/main" noGrp="1"/>
          </p:cNvSpPr>
          <p:nvPr/>
        </p:nvSpPr>
        <p:spPr>
          <a:xfrm xmlns:a="http://schemas.openxmlformats.org/drawingml/2006/main">
            <a:off x="838200" y="2905125"/>
            <a:ext cx="20574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2593"/>
          </a:bodyPr>
          <a:lstStyle xmlns:a="http://schemas.openxmlformats.org/drawingml/2006/main"/>
          <a:p xmlns:a="http://schemas.openxmlformats.org/drawingml/2006/main">
            <a:pPr algn="ctr">
              <a:lnSpc>
                <a:spcPct val="120000"/>
              </a:lnSpc>
              <a:buNone/>
              <a:defRPr sz="1650" b="1">
                <a:solidFill>
                  <a:srgbClr val="0B1F33"/>
                </a:solidFill>
                <a:latin typeface="Tahoma"/>
                <a:ea typeface="Tahoma"/>
                <a:cs typeface="Tahoma"/>
              </a:defRPr>
            </a:pPr>
            <a:r>
              <a:rPr sz="1650" b="1">
                <a:solidFill>
                  <a:srgbClr val="0B1F33"/>
                </a:solidFill>
                <a:latin typeface="Tahoma"/>
                <a:ea typeface="Tahoma"/>
                <a:cs typeface="Tahoma"/>
              </a:rPr>
              <a:t>magic • version</a:t>
            </a:r>
          </a:p>
          <a:p xmlns:a="http://schemas.openxmlformats.org/drawingml/2006/main">
            <a:pPr algn="ctr">
              <a:lnSpc>
                <a:spcPct val="120000"/>
              </a:lnSpc>
              <a:buNone/>
              <a:defRPr sz="1650" b="1">
                <a:solidFill>
                  <a:srgbClr val="0B1F33"/>
                </a:solidFill>
                <a:latin typeface="Tahoma"/>
                <a:ea typeface="Tahoma"/>
                <a:cs typeface="Tahoma"/>
              </a:defRPr>
            </a:pPr>
            <a:r>
              <a:rPr sz="1650" b="1">
                <a:solidFill>
                  <a:srgbClr val="0B1F33"/>
                </a:solidFill>
                <a:latin typeface="Tahoma"/>
                <a:ea typeface="Tahoma"/>
                <a:cs typeface="Tahoma"/>
              </a:rPr>
              <a:t>msg_type • delivery • flags</a:t>
            </a:r>
          </a:p>
        </p:txBody>
      </p:sp>
      <p:sp>
        <p:nvSpPr>
          <p:cNvPr id="12" name="">
            <a:extLst xmlns:a="http://schemas.openxmlformats.org/drawingml/2006/main">
              <a:ext uri="{FF2B5EF4-FFF2-40B4-BE49-F238E27FC236}">
                <a16:creationId xmlns:a16="http://schemas.microsoft.com/office/drawing/2014/main" id="{D65258EE-C1FA-4D3F-8D1A-4717D87A0579}"/>
              </a:ext>
            </a:extLst>
          </p:cNvPr>
          <p:cNvSpPr>
            <a:spLocks xmlns:a="http://schemas.openxmlformats.org/drawingml/2006/main" noGrp="1"/>
          </p:cNvSpPr>
          <p:nvPr/>
        </p:nvSpPr>
        <p:spPr>
          <a:xfrm xmlns:a="http://schemas.openxmlformats.org/drawingml/2006/main">
            <a:off x="3048000" y="2190750"/>
            <a:ext cx="2781300" cy="457200"/>
          </a:xfrm>
          <a:prstGeom xmlns:a="http://schemas.openxmlformats.org/drawingml/2006/main" prst="rect">
            <a:avLst/>
          </a:prstGeom>
          <a:solidFill xmlns:a="http://schemas.openxmlformats.org/drawingml/2006/main">
            <a:srgbClr val="43D5C9"/>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59F28FE8-40AA-4D92-B6E5-16D4C294A76F}"/>
              </a:ext>
            </a:extLst>
          </p:cNvPr>
          <p:cNvSpPr>
            <a:spLocks xmlns:a="http://schemas.openxmlformats.org/drawingml/2006/main" noGrp="1"/>
          </p:cNvSpPr>
          <p:nvPr/>
        </p:nvSpPr>
        <p:spPr>
          <a:xfrm xmlns:a="http://schemas.openxmlformats.org/drawingml/2006/main">
            <a:off x="3048000" y="2647950"/>
            <a:ext cx="2781300" cy="1352550"/>
          </a:xfrm>
          <a:prstGeom xmlns:a="http://schemas.openxmlformats.org/drawingml/2006/main" prst="rect">
            <a:avLst/>
          </a:prstGeom>
          <a:solidFill xmlns:a="http://schemas.openxmlformats.org/drawingml/2006/main">
            <a:srgbClr val="FFFFFF"/>
          </a:solidFill>
          <a:ln xmlns:a="http://schemas.openxmlformats.org/drawingml/2006/main" w="9525">
            <a:solidFill>
              <a:srgbClr val="D6E1E8"/>
            </a:solidFill>
            <a:prstDash val="solid"/>
          </a:ln>
        </p:spPr>
      </p:sp>
      <p:sp>
        <p:nvSpPr>
          <p:cNvPr id="14" name="">
            <a:extLst xmlns:a="http://schemas.openxmlformats.org/drawingml/2006/main">
              <a:ext uri="{FF2B5EF4-FFF2-40B4-BE49-F238E27FC236}">
                <a16:creationId xmlns:a16="http://schemas.microsoft.com/office/drawing/2014/main" id="{95909C36-F31A-479C-9E58-8107550DF86C}"/>
              </a:ext>
            </a:extLst>
          </p:cNvPr>
          <p:cNvSpPr>
            <a:spLocks xmlns:a="http://schemas.openxmlformats.org/drawingml/2006/main" noGrp="1"/>
          </p:cNvSpPr>
          <p:nvPr/>
        </p:nvSpPr>
        <p:spPr>
          <a:xfrm xmlns:a="http://schemas.openxmlformats.org/drawingml/2006/main">
            <a:off x="3162300" y="2295525"/>
            <a:ext cx="2552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0000"/>
              </a:lnSpc>
              <a:buNone/>
              <a:defRPr sz="1350" b="1">
                <a:solidFill>
                  <a:srgbClr val="FFFFFF"/>
                </a:solidFill>
                <a:latin typeface="Tahoma"/>
                <a:ea typeface="Tahoma"/>
                <a:cs typeface="Tahoma"/>
              </a:defRPr>
            </a:pPr>
            <a:r>
              <a:rPr sz="1350" b="1">
                <a:solidFill>
                  <a:srgbClr val="FFFFFF"/>
                </a:solidFill>
                <a:latin typeface="Tahoma"/>
                <a:ea typeface="Tahoma"/>
                <a:cs typeface="Tahoma"/>
              </a:rPr>
              <a:t>DEMUX + ORDER</a:t>
            </a:r>
          </a:p>
        </p:txBody>
      </p:sp>
      <p:sp>
        <p:nvSpPr>
          <p:cNvPr id="15" name="">
            <a:extLst xmlns:a="http://schemas.openxmlformats.org/drawingml/2006/main">
              <a:ext uri="{FF2B5EF4-FFF2-40B4-BE49-F238E27FC236}">
                <a16:creationId xmlns:a16="http://schemas.microsoft.com/office/drawing/2014/main" id="{6E3853F5-7BC7-45BB-AB21-AAF292DD46C7}"/>
              </a:ext>
            </a:extLst>
          </p:cNvPr>
          <p:cNvSpPr>
            <a:spLocks xmlns:a="http://schemas.openxmlformats.org/drawingml/2006/main" noGrp="1"/>
          </p:cNvSpPr>
          <p:nvPr/>
        </p:nvSpPr>
        <p:spPr>
          <a:xfrm xmlns:a="http://schemas.openxmlformats.org/drawingml/2006/main">
            <a:off x="3200400" y="2905125"/>
            <a:ext cx="2476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20000"/>
              </a:lnSpc>
              <a:buNone/>
              <a:defRPr sz="1650" b="1">
                <a:solidFill>
                  <a:srgbClr val="0B1F33"/>
                </a:solidFill>
                <a:latin typeface="Tahoma"/>
                <a:ea typeface="Tahoma"/>
                <a:cs typeface="Tahoma"/>
              </a:defRPr>
            </a:pPr>
            <a:r>
              <a:rPr sz="1650" b="1">
                <a:solidFill>
                  <a:srgbClr val="0B1F33"/>
                </a:solidFill>
                <a:latin typeface="Tahoma"/>
                <a:ea typeface="Tahoma"/>
                <a:cs typeface="Tahoma"/>
              </a:rPr>
              <a:t>session_id • sensor_id</a:t>
            </a:r>
          </a:p>
          <a:p xmlns:a="http://schemas.openxmlformats.org/drawingml/2006/main">
            <a:pPr algn="ctr">
              <a:lnSpc>
                <a:spcPct val="120000"/>
              </a:lnSpc>
              <a:buNone/>
              <a:defRPr sz="1650" b="1">
                <a:solidFill>
                  <a:srgbClr val="0B1F33"/>
                </a:solidFill>
                <a:latin typeface="Tahoma"/>
                <a:ea typeface="Tahoma"/>
                <a:cs typeface="Tahoma"/>
              </a:defRPr>
            </a:pPr>
            <a:r>
              <a:rPr sz="1650" b="1">
                <a:solidFill>
                  <a:srgbClr val="0B1F33"/>
                </a:solidFill>
                <a:latin typeface="Tahoma"/>
                <a:ea typeface="Tahoma"/>
                <a:cs typeface="Tahoma"/>
              </a:rPr>
              <a:t>sequence</a:t>
            </a:r>
          </a:p>
        </p:txBody>
      </p:sp>
      <p:sp>
        <p:nvSpPr>
          <p:cNvPr id="16" name="">
            <a:extLst xmlns:a="http://schemas.openxmlformats.org/drawingml/2006/main">
              <a:ext uri="{FF2B5EF4-FFF2-40B4-BE49-F238E27FC236}">
                <a16:creationId xmlns:a16="http://schemas.microsoft.com/office/drawing/2014/main" id="{B4409245-D77E-4C26-BAEC-18A91D156988}"/>
              </a:ext>
            </a:extLst>
          </p:cNvPr>
          <p:cNvSpPr>
            <a:spLocks xmlns:a="http://schemas.openxmlformats.org/drawingml/2006/main" noGrp="1"/>
          </p:cNvSpPr>
          <p:nvPr/>
        </p:nvSpPr>
        <p:spPr>
          <a:xfrm xmlns:a="http://schemas.openxmlformats.org/drawingml/2006/main">
            <a:off x="5829300" y="2190750"/>
            <a:ext cx="2952750" cy="457200"/>
          </a:xfrm>
          <a:prstGeom xmlns:a="http://schemas.openxmlformats.org/drawingml/2006/main" prst="rect">
            <a:avLst/>
          </a:prstGeom>
          <a:solidFill xmlns:a="http://schemas.openxmlformats.org/drawingml/2006/main">
            <a:srgbClr val="F5A623"/>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C9221513-6ECF-48F8-9363-D3AC97FF98E0}"/>
              </a:ext>
            </a:extLst>
          </p:cNvPr>
          <p:cNvSpPr>
            <a:spLocks xmlns:a="http://schemas.openxmlformats.org/drawingml/2006/main" noGrp="1"/>
          </p:cNvSpPr>
          <p:nvPr/>
        </p:nvSpPr>
        <p:spPr>
          <a:xfrm xmlns:a="http://schemas.openxmlformats.org/drawingml/2006/main">
            <a:off x="5829300" y="2647950"/>
            <a:ext cx="2952750" cy="1352550"/>
          </a:xfrm>
          <a:prstGeom xmlns:a="http://schemas.openxmlformats.org/drawingml/2006/main" prst="rect">
            <a:avLst/>
          </a:prstGeom>
          <a:solidFill xmlns:a="http://schemas.openxmlformats.org/drawingml/2006/main">
            <a:srgbClr val="FFFFFF"/>
          </a:solidFill>
          <a:ln xmlns:a="http://schemas.openxmlformats.org/drawingml/2006/main" w="9525">
            <a:solidFill>
              <a:srgbClr val="D6E1E8"/>
            </a:solidFill>
            <a:prstDash val="solid"/>
          </a:ln>
        </p:spPr>
      </p:sp>
      <p:sp>
        <p:nvSpPr>
          <p:cNvPr id="18" name="">
            <a:extLst xmlns:a="http://schemas.openxmlformats.org/drawingml/2006/main">
              <a:ext uri="{FF2B5EF4-FFF2-40B4-BE49-F238E27FC236}">
                <a16:creationId xmlns:a16="http://schemas.microsoft.com/office/drawing/2014/main" id="{5F73EB83-31C2-4FD1-A573-5ACBB641D705}"/>
              </a:ext>
            </a:extLst>
          </p:cNvPr>
          <p:cNvSpPr>
            <a:spLocks xmlns:a="http://schemas.openxmlformats.org/drawingml/2006/main" noGrp="1"/>
          </p:cNvSpPr>
          <p:nvPr/>
        </p:nvSpPr>
        <p:spPr>
          <a:xfrm xmlns:a="http://schemas.openxmlformats.org/drawingml/2006/main">
            <a:off x="5943600" y="2295525"/>
            <a:ext cx="2724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0000"/>
              </a:lnSpc>
              <a:buNone/>
              <a:defRPr sz="1350" b="1">
                <a:solidFill>
                  <a:srgbClr val="0B1F33"/>
                </a:solidFill>
                <a:latin typeface="Tahoma"/>
                <a:ea typeface="Tahoma"/>
                <a:cs typeface="Tahoma"/>
              </a:defRPr>
            </a:pPr>
            <a:r>
              <a:rPr sz="1350" b="1">
                <a:solidFill>
                  <a:srgbClr val="0B1F33"/>
                </a:solidFill>
                <a:latin typeface="Tahoma"/>
                <a:ea typeface="Tahoma"/>
                <a:cs typeface="Tahoma"/>
              </a:rPr>
              <a:t>TIME + LENGTH</a:t>
            </a:r>
          </a:p>
        </p:txBody>
      </p:sp>
      <p:sp>
        <p:nvSpPr>
          <p:cNvPr id="19" name="">
            <a:extLst xmlns:a="http://schemas.openxmlformats.org/drawingml/2006/main">
              <a:ext uri="{FF2B5EF4-FFF2-40B4-BE49-F238E27FC236}">
                <a16:creationId xmlns:a16="http://schemas.microsoft.com/office/drawing/2014/main" id="{B2A939DD-B1AF-47E7-9840-887759B0B2E8}"/>
              </a:ext>
            </a:extLst>
          </p:cNvPr>
          <p:cNvSpPr>
            <a:spLocks xmlns:a="http://schemas.openxmlformats.org/drawingml/2006/main" noGrp="1"/>
          </p:cNvSpPr>
          <p:nvPr/>
        </p:nvSpPr>
        <p:spPr>
          <a:xfrm xmlns:a="http://schemas.openxmlformats.org/drawingml/2006/main">
            <a:off x="5981700" y="2905125"/>
            <a:ext cx="26479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0000"/>
              </a:lnSpc>
              <a:buNone/>
              <a:defRPr sz="1650" b="1">
                <a:solidFill>
                  <a:srgbClr val="0B1F33"/>
                </a:solidFill>
                <a:latin typeface="Tahoma"/>
                <a:ea typeface="Tahoma"/>
                <a:cs typeface="Tahoma"/>
              </a:defRPr>
            </a:pPr>
            <a:r>
              <a:rPr sz="1650" b="1">
                <a:solidFill>
                  <a:srgbClr val="0B1F33"/>
                </a:solidFill>
                <a:latin typeface="Tahoma"/>
                <a:ea typeface="Tahoma"/>
                <a:cs typeface="Tahoma"/>
              </a:rPr>
              <a:t>timestamp_ms • ttl_ms</a:t>
            </a:r>
          </a:p>
          <a:p xmlns:a="http://schemas.openxmlformats.org/drawingml/2006/main">
            <a:pPr algn="ctr">
              <a:lnSpc>
                <a:spcPct val="100000"/>
              </a:lnSpc>
              <a:buNone/>
              <a:defRPr sz="1650" b="1">
                <a:solidFill>
                  <a:srgbClr val="0B1F33"/>
                </a:solidFill>
                <a:latin typeface="Tahoma"/>
                <a:ea typeface="Tahoma"/>
                <a:cs typeface="Tahoma"/>
              </a:defRPr>
            </a:pPr>
            <a:r>
              <a:rPr sz="1650" b="1">
                <a:solidFill>
                  <a:srgbClr val="0B1F33"/>
                </a:solidFill>
                <a:latin typeface="Tahoma"/>
                <a:ea typeface="Tahoma"/>
                <a:cs typeface="Tahoma"/>
              </a:rPr>
              <a:t>payload_length</a:t>
            </a:r>
          </a:p>
        </p:txBody>
      </p:sp>
      <p:sp>
        <p:nvSpPr>
          <p:cNvPr id="20" name="">
            <a:extLst xmlns:a="http://schemas.openxmlformats.org/drawingml/2006/main">
              <a:ext uri="{FF2B5EF4-FFF2-40B4-BE49-F238E27FC236}">
                <a16:creationId xmlns:a16="http://schemas.microsoft.com/office/drawing/2014/main" id="{29FCDC20-94CD-4CE0-9155-0E3EF9B72A2F}"/>
              </a:ext>
            </a:extLst>
          </p:cNvPr>
          <p:cNvSpPr>
            <a:spLocks xmlns:a="http://schemas.openxmlformats.org/drawingml/2006/main" noGrp="1"/>
          </p:cNvSpPr>
          <p:nvPr/>
        </p:nvSpPr>
        <p:spPr>
          <a:xfrm xmlns:a="http://schemas.openxmlformats.org/drawingml/2006/main">
            <a:off x="8782050" y="2190750"/>
            <a:ext cx="2724150" cy="457200"/>
          </a:xfrm>
          <a:prstGeom xmlns:a="http://schemas.openxmlformats.org/drawingml/2006/main" prst="rect">
            <a:avLst/>
          </a:prstGeom>
          <a:solidFill xmlns:a="http://schemas.openxmlformats.org/drawingml/2006/main">
            <a:srgbClr val="FF6B5E"/>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B9EA0FA3-33A2-44E8-8350-C93B21600C33}"/>
              </a:ext>
            </a:extLst>
          </p:cNvPr>
          <p:cNvSpPr>
            <a:spLocks xmlns:a="http://schemas.openxmlformats.org/drawingml/2006/main" noGrp="1"/>
          </p:cNvSpPr>
          <p:nvPr/>
        </p:nvSpPr>
        <p:spPr>
          <a:xfrm xmlns:a="http://schemas.openxmlformats.org/drawingml/2006/main">
            <a:off x="8782050" y="2647950"/>
            <a:ext cx="2724150" cy="1352550"/>
          </a:xfrm>
          <a:prstGeom xmlns:a="http://schemas.openxmlformats.org/drawingml/2006/main" prst="rect">
            <a:avLst/>
          </a:prstGeom>
          <a:solidFill xmlns:a="http://schemas.openxmlformats.org/drawingml/2006/main">
            <a:srgbClr val="FFFFFF"/>
          </a:solidFill>
          <a:ln xmlns:a="http://schemas.openxmlformats.org/drawingml/2006/main" w="9525">
            <a:solidFill>
              <a:srgbClr val="D6E1E8"/>
            </a:solidFill>
            <a:prstDash val="solid"/>
          </a:ln>
        </p:spPr>
      </p:sp>
      <p:sp>
        <p:nvSpPr>
          <p:cNvPr id="22" name="">
            <a:extLst xmlns:a="http://schemas.openxmlformats.org/drawingml/2006/main">
              <a:ext uri="{FF2B5EF4-FFF2-40B4-BE49-F238E27FC236}">
                <a16:creationId xmlns:a16="http://schemas.microsoft.com/office/drawing/2014/main" id="{377A9DA2-731A-4499-B98A-5AA6B6AF0FD4}"/>
              </a:ext>
            </a:extLst>
          </p:cNvPr>
          <p:cNvSpPr>
            <a:spLocks xmlns:a="http://schemas.openxmlformats.org/drawingml/2006/main" noGrp="1"/>
          </p:cNvSpPr>
          <p:nvPr/>
        </p:nvSpPr>
        <p:spPr>
          <a:xfrm xmlns:a="http://schemas.openxmlformats.org/drawingml/2006/main">
            <a:off x="8896350" y="2295525"/>
            <a:ext cx="2495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0000"/>
              </a:lnSpc>
              <a:buNone/>
              <a:defRPr sz="1350" b="1">
                <a:solidFill>
                  <a:srgbClr val="FFFFFF"/>
                </a:solidFill>
                <a:latin typeface="Tahoma"/>
                <a:ea typeface="Tahoma"/>
                <a:cs typeface="Tahoma"/>
              </a:defRPr>
            </a:pPr>
            <a:r>
              <a:rPr sz="1350" b="1">
                <a:solidFill>
                  <a:srgbClr val="FFFFFF"/>
                </a:solidFill>
                <a:latin typeface="Tahoma"/>
                <a:ea typeface="Tahoma"/>
                <a:cs typeface="Tahoma"/>
              </a:rPr>
              <a:t>RESULT + INTEGRITY</a:t>
            </a:r>
          </a:p>
        </p:txBody>
      </p:sp>
      <p:sp>
        <p:nvSpPr>
          <p:cNvPr id="23" name="">
            <a:extLst xmlns:a="http://schemas.openxmlformats.org/drawingml/2006/main">
              <a:ext uri="{FF2B5EF4-FFF2-40B4-BE49-F238E27FC236}">
                <a16:creationId xmlns:a16="http://schemas.microsoft.com/office/drawing/2014/main" id="{06ED6BA8-09C9-4459-B82C-0D9E80E75463}"/>
              </a:ext>
            </a:extLst>
          </p:cNvPr>
          <p:cNvSpPr>
            <a:spLocks xmlns:a="http://schemas.openxmlformats.org/drawingml/2006/main" noGrp="1"/>
          </p:cNvSpPr>
          <p:nvPr/>
        </p:nvSpPr>
        <p:spPr>
          <a:xfrm xmlns:a="http://schemas.openxmlformats.org/drawingml/2006/main">
            <a:off x="8934450" y="2905125"/>
            <a:ext cx="24193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0000"/>
              </a:lnSpc>
              <a:buNone/>
              <a:defRPr sz="1650" b="1">
                <a:solidFill>
                  <a:srgbClr val="0B1F33"/>
                </a:solidFill>
                <a:latin typeface="Tahoma"/>
                <a:ea typeface="Tahoma"/>
                <a:cs typeface="Tahoma"/>
              </a:defRPr>
            </a:pPr>
            <a:r>
              <a:rPr sz="1650" b="1">
                <a:solidFill>
                  <a:srgbClr val="0B1F33"/>
                </a:solidFill>
                <a:latin typeface="Tahoma"/>
                <a:ea typeface="Tahoma"/>
                <a:cs typeface="Tahoma"/>
              </a:rPr>
              <a:t>status_code</a:t>
            </a:r>
          </a:p>
          <a:p xmlns:a="http://schemas.openxmlformats.org/drawingml/2006/main">
            <a:pPr algn="ctr">
              <a:lnSpc>
                <a:spcPct val="100000"/>
              </a:lnSpc>
              <a:buNone/>
              <a:defRPr sz="1650" b="1">
                <a:solidFill>
                  <a:srgbClr val="0B1F33"/>
                </a:solidFill>
                <a:latin typeface="Tahoma"/>
                <a:ea typeface="Tahoma"/>
                <a:cs typeface="Tahoma"/>
              </a:defRPr>
            </a:pPr>
            <a:r>
              <a:rPr sz="1650" b="1">
                <a:solidFill>
                  <a:srgbClr val="0B1F33"/>
                </a:solidFill>
                <a:latin typeface="Tahoma"/>
                <a:ea typeface="Tahoma"/>
                <a:cs typeface="Tahoma"/>
              </a:rPr>
              <a:t>crc32</a:t>
            </a:r>
          </a:p>
        </p:txBody>
      </p:sp>
      <p:sp>
        <p:nvSpPr>
          <p:cNvPr id="24" name="">
            <a:extLst xmlns:a="http://schemas.openxmlformats.org/drawingml/2006/main">
              <a:ext uri="{FF2B5EF4-FFF2-40B4-BE49-F238E27FC236}">
                <a16:creationId xmlns:a16="http://schemas.microsoft.com/office/drawing/2014/main" id="{0C11CD80-45C1-4893-812E-9FB122DCB3D5}"/>
              </a:ext>
            </a:extLst>
          </p:cNvPr>
          <p:cNvSpPr>
            <a:spLocks xmlns:a="http://schemas.openxmlformats.org/drawingml/2006/main" noGrp="1"/>
          </p:cNvSpPr>
          <p:nvPr/>
        </p:nvSpPr>
        <p:spPr>
          <a:xfrm xmlns:a="http://schemas.openxmlformats.org/drawingml/2006/main">
            <a:off x="685800" y="4438650"/>
            <a:ext cx="171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2025" b="1">
                <a:solidFill>
                  <a:srgbClr val="0B1F33"/>
                </a:solidFill>
                <a:latin typeface="Tahoma"/>
                <a:ea typeface="Tahoma"/>
                <a:cs typeface="Tahoma"/>
              </a:defRPr>
            </a:pPr>
            <a:r>
              <a:rPr sz="2025" b="1">
                <a:solidFill>
                  <a:srgbClr val="0B1F33"/>
                </a:solidFill>
                <a:latin typeface="Tahoma"/>
                <a:ea typeface="Tahoma"/>
                <a:cs typeface="Tahoma"/>
              </a:rPr>
              <a:t>Payload</a:t>
            </a:r>
          </a:p>
        </p:txBody>
      </p:sp>
      <p:sp>
        <p:nvSpPr>
          <p:cNvPr id="25" name="">
            <a:extLst xmlns:a="http://schemas.openxmlformats.org/drawingml/2006/main">
              <a:ext uri="{FF2B5EF4-FFF2-40B4-BE49-F238E27FC236}">
                <a16:creationId xmlns:a16="http://schemas.microsoft.com/office/drawing/2014/main" id="{BE409E43-9D59-4F19-8AA3-F64520B28059}"/>
              </a:ext>
            </a:extLst>
          </p:cNvPr>
          <p:cNvSpPr>
            <a:spLocks xmlns:a="http://schemas.openxmlformats.org/drawingml/2006/main" noGrp="1"/>
          </p:cNvSpPr>
          <p:nvPr/>
        </p:nvSpPr>
        <p:spPr>
          <a:xfrm xmlns:a="http://schemas.openxmlformats.org/drawingml/2006/main">
            <a:off x="2476500" y="4438650"/>
            <a:ext cx="3714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650" b="0">
                <a:solidFill>
                  <a:srgbClr val="172A3A"/>
                </a:solidFill>
                <a:latin typeface="Tahoma"/>
                <a:ea typeface="Tahoma"/>
                <a:cs typeface="Tahoma"/>
              </a:defRPr>
            </a:pPr>
            <a:r>
              <a:rPr sz="1650" b="0">
                <a:solidFill>
                  <a:srgbClr val="172A3A"/>
                </a:solidFill>
                <a:latin typeface="Tahoma"/>
                <a:ea typeface="Tahoma"/>
                <a:cs typeface="Tahoma"/>
              </a:rPr>
              <a:t>Binary: DATA_BATCH, LATEST_UPDATE</a:t>
            </a:r>
          </a:p>
        </p:txBody>
      </p:sp>
      <p:sp>
        <p:nvSpPr>
          <p:cNvPr id="26" name="">
            <a:extLst xmlns:a="http://schemas.openxmlformats.org/drawingml/2006/main">
              <a:ext uri="{FF2B5EF4-FFF2-40B4-BE49-F238E27FC236}">
                <a16:creationId xmlns:a16="http://schemas.microsoft.com/office/drawing/2014/main" id="{0F374343-285D-4CEB-9470-956035EE3AEE}"/>
              </a:ext>
            </a:extLst>
          </p:cNvPr>
          <p:cNvSpPr>
            <a:spLocks xmlns:a="http://schemas.openxmlformats.org/drawingml/2006/main" noGrp="1"/>
          </p:cNvSpPr>
          <p:nvPr/>
        </p:nvSpPr>
        <p:spPr>
          <a:xfrm xmlns:a="http://schemas.openxmlformats.org/drawingml/2006/main">
            <a:off x="6572250" y="4438650"/>
            <a:ext cx="4933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650" b="0">
                <a:solidFill>
                  <a:srgbClr val="172A3A"/>
                </a:solidFill>
                <a:latin typeface="Tahoma"/>
                <a:ea typeface="Tahoma"/>
                <a:cs typeface="Tahoma"/>
              </a:defRPr>
            </a:pPr>
            <a:r>
              <a:rPr sz="1650" b="0">
                <a:solidFill>
                  <a:srgbClr val="172A3A"/>
                </a:solidFill>
                <a:latin typeface="Tahoma"/>
                <a:ea typeface="Tahoma"/>
                <a:cs typeface="Tahoma"/>
              </a:rPr>
              <a:t>Compact JSON: control, CRITICAL_ALERT, ERROR</a:t>
            </a:r>
          </a:p>
        </p:txBody>
      </p:sp>
      <p:sp>
        <p:nvSpPr>
          <p:cNvPr id="27" name="">
            <a:extLst xmlns:a="http://schemas.openxmlformats.org/drawingml/2006/main">
              <a:ext uri="{FF2B5EF4-FFF2-40B4-BE49-F238E27FC236}">
                <a16:creationId xmlns:a16="http://schemas.microsoft.com/office/drawing/2014/main" id="{7B0CE7D7-AF54-4995-BD75-C1D947442054}"/>
              </a:ext>
            </a:extLst>
          </p:cNvPr>
          <p:cNvSpPr>
            <a:spLocks xmlns:a="http://schemas.openxmlformats.org/drawingml/2006/main" noGrp="1"/>
          </p:cNvSpPr>
          <p:nvPr/>
        </p:nvSpPr>
        <p:spPr>
          <a:xfrm xmlns:a="http://schemas.openxmlformats.org/drawingml/2006/main">
            <a:off x="685800" y="5000625"/>
            <a:ext cx="10820400" cy="19050"/>
          </a:xfrm>
          <a:prstGeom xmlns:a="http://schemas.openxmlformats.org/drawingml/2006/main" prst="rect">
            <a:avLst/>
          </a:prstGeom>
          <a:solidFill xmlns:a="http://schemas.openxmlformats.org/drawingml/2006/main">
            <a:srgbClr val="D6E1E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E0A10F43-654E-4287-AEF3-3D81D5DC5AAB}"/>
              </a:ext>
            </a:extLst>
          </p:cNvPr>
          <p:cNvSpPr>
            <a:spLocks xmlns:a="http://schemas.openxmlformats.org/drawingml/2006/main" noGrp="1"/>
          </p:cNvSpPr>
          <p:nvPr/>
        </p:nvSpPr>
        <p:spPr>
          <a:xfrm xmlns:a="http://schemas.openxmlformats.org/drawingml/2006/main">
            <a:off x="685800" y="5238750"/>
            <a:ext cx="133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650" b="1">
                <a:solidFill>
                  <a:srgbClr val="00A6A6"/>
                </a:solidFill>
                <a:latin typeface="Tahoma"/>
                <a:ea typeface="Tahoma"/>
                <a:cs typeface="Tahoma"/>
              </a:defRPr>
            </a:pPr>
            <a:r>
              <a:rPr sz="1650" b="1">
                <a:solidFill>
                  <a:srgbClr val="00A6A6"/>
                </a:solidFill>
                <a:latin typeface="Tahoma"/>
                <a:ea typeface="Tahoma"/>
                <a:cs typeface="Tahoma"/>
              </a:rPr>
              <a:t>Syntax</a:t>
            </a:r>
          </a:p>
        </p:txBody>
      </p:sp>
      <p:sp>
        <p:nvSpPr>
          <p:cNvPr id="29" name="">
            <a:extLst xmlns:a="http://schemas.openxmlformats.org/drawingml/2006/main">
              <a:ext uri="{FF2B5EF4-FFF2-40B4-BE49-F238E27FC236}">
                <a16:creationId xmlns:a16="http://schemas.microsoft.com/office/drawing/2014/main" id="{58E77B9B-1E72-42BA-AB18-1CFB6E0C6DC8}"/>
              </a:ext>
            </a:extLst>
          </p:cNvPr>
          <p:cNvSpPr>
            <a:spLocks xmlns:a="http://schemas.openxmlformats.org/drawingml/2006/main" noGrp="1"/>
          </p:cNvSpPr>
          <p:nvPr/>
        </p:nvSpPr>
        <p:spPr>
          <a:xfrm xmlns:a="http://schemas.openxmlformats.org/drawingml/2006/main">
            <a:off x="2000250" y="52387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725" b="1">
                <a:solidFill>
                  <a:srgbClr val="0B1F33"/>
                </a:solidFill>
                <a:latin typeface="Courier New"/>
                <a:ea typeface="Courier New"/>
                <a:cs typeface="Courier New"/>
              </a:defRPr>
            </a:pPr>
            <a:r>
              <a:rPr sz="1725" b="1">
                <a:solidFill>
                  <a:srgbClr val="0B1F33"/>
                </a:solidFill>
                <a:latin typeface="Courier New"/>
                <a:ea typeface="Courier New"/>
                <a:cs typeface="Courier New"/>
              </a:rPr>
              <a:t>!4sBBBBIIIQIHHI</a:t>
            </a:r>
          </a:p>
        </p:txBody>
      </p:sp>
      <p:sp>
        <p:nvSpPr>
          <p:cNvPr id="30" name="">
            <a:extLst xmlns:a="http://schemas.openxmlformats.org/drawingml/2006/main">
              <a:ext uri="{FF2B5EF4-FFF2-40B4-BE49-F238E27FC236}">
                <a16:creationId xmlns:a16="http://schemas.microsoft.com/office/drawing/2014/main" id="{16A0708F-3D46-4F78-B857-D76433354399}"/>
              </a:ext>
            </a:extLst>
          </p:cNvPr>
          <p:cNvSpPr>
            <a:spLocks xmlns:a="http://schemas.openxmlformats.org/drawingml/2006/main" noGrp="1"/>
          </p:cNvSpPr>
          <p:nvPr/>
        </p:nvSpPr>
        <p:spPr>
          <a:xfrm xmlns:a="http://schemas.openxmlformats.org/drawingml/2006/main">
            <a:off x="5429250" y="5238750"/>
            <a:ext cx="219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650" b="1">
                <a:solidFill>
                  <a:srgbClr val="FF6B5E"/>
                </a:solidFill>
                <a:latin typeface="Tahoma"/>
                <a:ea typeface="Tahoma"/>
                <a:cs typeface="Tahoma"/>
              </a:defRPr>
            </a:pPr>
            <a:r>
              <a:rPr sz="1650" b="1">
                <a:solidFill>
                  <a:srgbClr val="FF6B5E"/>
                </a:solidFill>
                <a:latin typeface="Tahoma"/>
                <a:ea typeface="Tahoma"/>
                <a:cs typeface="Tahoma"/>
              </a:rPr>
              <a:t>Semantics + rules</a:t>
            </a:r>
          </a:p>
        </p:txBody>
      </p:sp>
      <p:sp>
        <p:nvSpPr>
          <p:cNvPr id="31" name="">
            <a:extLst xmlns:a="http://schemas.openxmlformats.org/drawingml/2006/main">
              <a:ext uri="{FF2B5EF4-FFF2-40B4-BE49-F238E27FC236}">
                <a16:creationId xmlns:a16="http://schemas.microsoft.com/office/drawing/2014/main" id="{2D2474A1-B470-448B-A1A8-F70FC9FB1EB2}"/>
              </a:ext>
            </a:extLst>
          </p:cNvPr>
          <p:cNvSpPr>
            <a:spLocks xmlns:a="http://schemas.openxmlformats.org/drawingml/2006/main" noGrp="1"/>
          </p:cNvSpPr>
          <p:nvPr/>
        </p:nvSpPr>
        <p:spPr>
          <a:xfrm xmlns:a="http://schemas.openxmlformats.org/drawingml/2006/main">
            <a:off x="7620000" y="5238750"/>
            <a:ext cx="38862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055"/>
          </a:bodyPr>
          <a:lstStyle xmlns:a="http://schemas.openxmlformats.org/drawingml/2006/main"/>
          <a:p xmlns:a="http://schemas.openxmlformats.org/drawingml/2006/main">
            <a:pPr algn="l">
              <a:lnSpc>
                <a:spcPct val="100000"/>
              </a:lnSpc>
              <a:buNone/>
              <a:defRPr sz="1575" b="0">
                <a:solidFill>
                  <a:srgbClr val="172A3A"/>
                </a:solidFill>
                <a:latin typeface="Tahoma"/>
                <a:ea typeface="Tahoma"/>
                <a:cs typeface="Tahoma"/>
              </a:defRPr>
            </a:pPr>
            <a:r>
              <a:rPr sz="1575" b="0">
                <a:solidFill>
                  <a:srgbClr val="172A3A"/>
                </a:solidFill>
                <a:latin typeface="Tahoma"/>
                <a:ea typeface="Tahoma"/>
                <a:cs typeface="Tahoma"/>
              </a:rPr>
              <a:t>type / flags / status / session ต้องสอดคล้องกัน</a:t>
            </a:r>
          </a:p>
        </p:txBody>
      </p:sp>
    </p:spTree>
    <p:extLst>
      <p:ext uri="{BB962C8B-B14F-4D97-AF65-F5344CB8AC3E}">
        <p14:creationId xmlns:p14="http://schemas.microsoft.com/office/powerpoint/2010/main" val="255400605"/>
      </p:ext>
    </p:extLst>
  </p:cSld>
</p:sld>
</file>

<file path=ppt/slides/slide7.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41CD3F31-1425-49F1-860F-29AA65A1B75E}"/>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0A6A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B948675-A8E8-4F6B-8152-EF9D94606DCE}"/>
              </a:ext>
            </a:extLst>
          </p:cNvPr>
          <p:cNvSpPr>
            <a:spLocks xmlns:a="http://schemas.openxmlformats.org/drawingml/2006/main" noGrp="1"/>
          </p:cNvSpPr>
          <p:nvPr/>
        </p:nvSpPr>
        <p:spPr>
          <a:xfrm xmlns:a="http://schemas.openxmlformats.org/drawingml/2006/main">
            <a:off x="685800" y="3619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050" b="1">
                <a:solidFill>
                  <a:srgbClr val="00A6A6"/>
                </a:solidFill>
                <a:latin typeface="Tahoma"/>
                <a:ea typeface="Tahoma"/>
                <a:cs typeface="Tahoma"/>
              </a:defRPr>
            </a:pPr>
            <a:r>
              <a:rPr sz="1050" b="1">
                <a:solidFill>
                  <a:srgbClr val="00A6A6"/>
                </a:solidFill>
                <a:latin typeface="Tahoma"/>
                <a:ea typeface="Tahoma"/>
                <a:cs typeface="Tahoma"/>
              </a:rPr>
              <a:t>PROTOCOL FLOW</a:t>
            </a:r>
          </a:p>
        </p:txBody>
      </p:sp>
      <p:sp>
        <p:nvSpPr>
          <p:cNvPr id="3" name="">
            <a:extLst xmlns:a="http://schemas.openxmlformats.org/drawingml/2006/main">
              <a:ext uri="{FF2B5EF4-FFF2-40B4-BE49-F238E27FC236}">
                <a16:creationId xmlns:a16="http://schemas.microsoft.com/office/drawing/2014/main" id="{A2F181D2-B8F0-4C92-B03E-C4C86A33F6EE}"/>
              </a:ext>
            </a:extLst>
          </p:cNvPr>
          <p:cNvSpPr>
            <a:spLocks xmlns:a="http://schemas.openxmlformats.org/drawingml/2006/main" noGrp="1"/>
          </p:cNvSpPr>
          <p:nvPr/>
        </p:nvSpPr>
        <p:spPr>
          <a:xfrm xmlns:a="http://schemas.openxmlformats.org/drawingml/2006/main">
            <a:off x="685800" y="6667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3150" b="1">
                <a:solidFill>
                  <a:srgbClr val="0B1F33"/>
                </a:solidFill>
                <a:latin typeface="Tahoma"/>
                <a:ea typeface="Tahoma"/>
                <a:cs typeface="Tahoma"/>
              </a:defRPr>
            </a:pPr>
            <a:r>
              <a:rPr sz="3150" b="1">
                <a:solidFill>
                  <a:srgbClr val="0B1F33"/>
                </a:solidFill>
                <a:latin typeface="Tahoma"/>
                <a:ea typeface="Tahoma"/>
                <a:cs typeface="Tahoma"/>
              </a:rPr>
              <a:t>Request / response ที่ตรวจบน wire ได้</a:t>
            </a:r>
          </a:p>
        </p:txBody>
      </p:sp>
      <p:sp>
        <p:nvSpPr>
          <p:cNvPr id="4" name="">
            <a:extLst xmlns:a="http://schemas.openxmlformats.org/drawingml/2006/main">
              <a:ext uri="{FF2B5EF4-FFF2-40B4-BE49-F238E27FC236}">
                <a16:creationId xmlns:a16="http://schemas.microsoft.com/office/drawing/2014/main" id="{A6122ADC-A871-488A-8354-29BD4A80D7EC}"/>
              </a:ext>
            </a:extLst>
          </p:cNvPr>
          <p:cNvSpPr>
            <a:spLocks xmlns:a="http://schemas.openxmlformats.org/drawingml/2006/main" noGrp="1"/>
          </p:cNvSpPr>
          <p:nvPr/>
        </p:nvSpPr>
        <p:spPr>
          <a:xfrm xmlns:a="http://schemas.openxmlformats.org/drawingml/2006/main">
            <a:off x="685800" y="1304925"/>
            <a:ext cx="10820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425" b="0">
                <a:solidFill>
                  <a:srgbClr val="5E7182"/>
                </a:solidFill>
                <a:latin typeface="Tahoma"/>
                <a:ea typeface="Tahoma"/>
                <a:cs typeface="Tahoma"/>
              </a:defRPr>
            </a:pPr>
            <a:r>
              <a:rPr sz="1425" b="0">
                <a:solidFill>
                  <a:srgbClr val="5E7182"/>
                </a:solidFill>
                <a:latin typeface="Tahoma"/>
                <a:ea typeface="Tahoma"/>
                <a:cs typeface="Tahoma"/>
              </a:rPr>
              <a:t>Server response ใช้ CONTROL และ echo session, sensor, sequence</a:t>
            </a:r>
          </a:p>
        </p:txBody>
      </p:sp>
      <p:sp>
        <p:nvSpPr>
          <p:cNvPr id="5" name="">
            <a:extLst xmlns:a="http://schemas.openxmlformats.org/drawingml/2006/main">
              <a:ext uri="{FF2B5EF4-FFF2-40B4-BE49-F238E27FC236}">
                <a16:creationId xmlns:a16="http://schemas.microsoft.com/office/drawing/2014/main" id="{07F502F3-B575-46C7-BC32-DADA168EFB74}"/>
              </a:ext>
            </a:extLst>
          </p:cNvPr>
          <p:cNvSpPr>
            <a:spLocks xmlns:a="http://schemas.openxmlformats.org/drawingml/2006/main" noGrp="1"/>
          </p:cNvSpPr>
          <p:nvPr/>
        </p:nvSpPr>
        <p:spPr>
          <a:xfrm xmlns:a="http://schemas.openxmlformats.org/drawingml/2006/main">
            <a:off x="685800" y="6362700"/>
            <a:ext cx="10820400" cy="9525"/>
          </a:xfrm>
          <a:prstGeom xmlns:a="http://schemas.openxmlformats.org/drawingml/2006/main" prst="rect">
            <a:avLst/>
          </a:prstGeom>
          <a:solidFill xmlns:a="http://schemas.openxmlformats.org/drawingml/2006/main">
            <a:srgbClr val="D6E1E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3FE89F1-214E-4CDB-8C12-CD510D188A15}"/>
              </a:ext>
            </a:extLst>
          </p:cNvPr>
          <p:cNvSpPr>
            <a:spLocks xmlns:a="http://schemas.openxmlformats.org/drawingml/2006/main" noGrp="1"/>
          </p:cNvSpPr>
          <p:nvPr/>
        </p:nvSpPr>
        <p:spPr>
          <a:xfrm xmlns:a="http://schemas.openxmlformats.org/drawingml/2006/main">
            <a:off x="685800" y="64579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050" b="1">
                <a:solidFill>
                  <a:srgbClr val="5E7182"/>
                </a:solidFill>
                <a:latin typeface="Tahoma"/>
                <a:ea typeface="Tahoma"/>
                <a:cs typeface="Tahoma"/>
              </a:defRPr>
            </a:pPr>
            <a:r>
              <a:rPr sz="1050" b="1">
                <a:solidFill>
                  <a:srgbClr val="5E7182"/>
                </a:solidFill>
                <a:latin typeface="Tahoma"/>
                <a:ea typeface="Tahoma"/>
                <a:cs typeface="Tahoma"/>
              </a:rPr>
              <a:t>DART v1</a:t>
            </a:r>
          </a:p>
        </p:txBody>
      </p:sp>
      <p:sp>
        <p:nvSpPr>
          <p:cNvPr id="7" name="">
            <a:extLst xmlns:a="http://schemas.openxmlformats.org/drawingml/2006/main">
              <a:ext uri="{FF2B5EF4-FFF2-40B4-BE49-F238E27FC236}">
                <a16:creationId xmlns:a16="http://schemas.microsoft.com/office/drawing/2014/main" id="{014B54A3-EC1A-4404-BCAD-0D234C273B7E}"/>
              </a:ext>
            </a:extLst>
          </p:cNvPr>
          <p:cNvSpPr>
            <a:spLocks xmlns:a="http://schemas.openxmlformats.org/drawingml/2006/main" noGrp="1"/>
          </p:cNvSpPr>
          <p:nvPr/>
        </p:nvSpPr>
        <p:spPr>
          <a:xfrm xmlns:a="http://schemas.openxmlformats.org/drawingml/2006/main">
            <a:off x="10763250" y="6457950"/>
            <a:ext cx="742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0000"/>
              </a:lnSpc>
              <a:buNone/>
              <a:defRPr sz="1050" b="1">
                <a:solidFill>
                  <a:srgbClr val="5E7182"/>
                </a:solidFill>
                <a:latin typeface="Tahoma"/>
                <a:ea typeface="Tahoma"/>
                <a:cs typeface="Tahoma"/>
              </a:defRPr>
            </a:pPr>
            <a:r>
              <a:rPr sz="1050" b="1">
                <a:solidFill>
                  <a:srgbClr val="5E7182"/>
                </a:solidFill>
                <a:latin typeface="Tahoma"/>
                <a:ea typeface="Tahoma"/>
                <a:cs typeface="Tahoma"/>
              </a:rPr>
              <a:t>07</a:t>
            </a:r>
          </a:p>
        </p:txBody>
      </p:sp>
      <p:sp>
        <p:nvSpPr>
          <p:cNvPr id="8" name="">
            <a:extLst xmlns:a="http://schemas.openxmlformats.org/drawingml/2006/main">
              <a:ext uri="{FF2B5EF4-FFF2-40B4-BE49-F238E27FC236}">
                <a16:creationId xmlns:a16="http://schemas.microsoft.com/office/drawing/2014/main" id="{6453480C-526F-480D-839F-C9956A55D519}"/>
              </a:ext>
            </a:extLst>
          </p:cNvPr>
          <p:cNvSpPr>
            <a:spLocks xmlns:a="http://schemas.openxmlformats.org/drawingml/2006/main" noGrp="1"/>
          </p:cNvSpPr>
          <p:nvPr/>
        </p:nvSpPr>
        <p:spPr>
          <a:xfrm xmlns:a="http://schemas.openxmlformats.org/drawingml/2006/main">
            <a:off x="1047750" y="18288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125" b="1">
                <a:solidFill>
                  <a:srgbClr val="5E7182"/>
                </a:solidFill>
                <a:latin typeface="Tahoma"/>
                <a:ea typeface="Tahoma"/>
                <a:cs typeface="Tahoma"/>
              </a:defRPr>
            </a:pPr>
            <a:r>
              <a:rPr sz="1125" b="1">
                <a:solidFill>
                  <a:srgbClr val="5E7182"/>
                </a:solidFill>
                <a:latin typeface="Tahoma"/>
                <a:ea typeface="Tahoma"/>
                <a:cs typeface="Tahoma"/>
              </a:rPr>
              <a:t>CLIENT</a:t>
            </a:r>
          </a:p>
        </p:txBody>
      </p:sp>
      <p:sp>
        <p:nvSpPr>
          <p:cNvPr id="9" name="">
            <a:extLst xmlns:a="http://schemas.openxmlformats.org/drawingml/2006/main">
              <a:ext uri="{FF2B5EF4-FFF2-40B4-BE49-F238E27FC236}">
                <a16:creationId xmlns:a16="http://schemas.microsoft.com/office/drawing/2014/main" id="{C234FF34-CD3E-40F0-A4C2-9E4F83FE846D}"/>
              </a:ext>
            </a:extLst>
          </p:cNvPr>
          <p:cNvSpPr>
            <a:spLocks xmlns:a="http://schemas.openxmlformats.org/drawingml/2006/main" noGrp="1"/>
          </p:cNvSpPr>
          <p:nvPr/>
        </p:nvSpPr>
        <p:spPr>
          <a:xfrm xmlns:a="http://schemas.openxmlformats.org/drawingml/2006/main">
            <a:off x="4572000" y="182880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125" b="1">
                <a:solidFill>
                  <a:srgbClr val="5E7182"/>
                </a:solidFill>
                <a:latin typeface="Tahoma"/>
                <a:ea typeface="Tahoma"/>
                <a:cs typeface="Tahoma"/>
              </a:defRPr>
            </a:pPr>
            <a:r>
              <a:rPr sz="1125" b="1">
                <a:solidFill>
                  <a:srgbClr val="5E7182"/>
                </a:solidFill>
                <a:latin typeface="Tahoma"/>
                <a:ea typeface="Tahoma"/>
                <a:cs typeface="Tahoma"/>
              </a:rPr>
              <a:t>SERVER</a:t>
            </a:r>
          </a:p>
        </p:txBody>
      </p:sp>
      <p:sp>
        <p:nvSpPr>
          <p:cNvPr id="10" name="">
            <a:extLst xmlns:a="http://schemas.openxmlformats.org/drawingml/2006/main">
              <a:ext uri="{FF2B5EF4-FFF2-40B4-BE49-F238E27FC236}">
                <a16:creationId xmlns:a16="http://schemas.microsoft.com/office/drawing/2014/main" id="{52BB98EB-DD49-45FA-A4AD-CBC264AEFFD8}"/>
              </a:ext>
            </a:extLst>
          </p:cNvPr>
          <p:cNvSpPr>
            <a:spLocks xmlns:a="http://schemas.openxmlformats.org/drawingml/2006/main" noGrp="1"/>
          </p:cNvSpPr>
          <p:nvPr/>
        </p:nvSpPr>
        <p:spPr>
          <a:xfrm xmlns:a="http://schemas.openxmlformats.org/drawingml/2006/main">
            <a:off x="7715250" y="1828800"/>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125" b="1">
                <a:solidFill>
                  <a:srgbClr val="5E7182"/>
                </a:solidFill>
                <a:latin typeface="Tahoma"/>
                <a:ea typeface="Tahoma"/>
                <a:cs typeface="Tahoma"/>
              </a:defRPr>
            </a:pPr>
            <a:r>
              <a:rPr sz="1125" b="1">
                <a:solidFill>
                  <a:srgbClr val="5E7182"/>
                </a:solidFill>
                <a:latin typeface="Tahoma"/>
                <a:ea typeface="Tahoma"/>
                <a:cs typeface="Tahoma"/>
              </a:rPr>
              <a:t>RESULT</a:t>
            </a:r>
          </a:p>
        </p:txBody>
      </p:sp>
      <p:sp>
        <p:nvSpPr>
          <p:cNvPr id="11" name="">
            <a:extLst xmlns:a="http://schemas.openxmlformats.org/drawingml/2006/main">
              <a:ext uri="{FF2B5EF4-FFF2-40B4-BE49-F238E27FC236}">
                <a16:creationId xmlns:a16="http://schemas.microsoft.com/office/drawing/2014/main" id="{9C938BB6-37F9-4E7F-B31F-086D45011F6A}"/>
              </a:ext>
            </a:extLst>
          </p:cNvPr>
          <p:cNvSpPr>
            <a:spLocks xmlns:a="http://schemas.openxmlformats.org/drawingml/2006/main" noGrp="1"/>
          </p:cNvSpPr>
          <p:nvPr/>
        </p:nvSpPr>
        <p:spPr>
          <a:xfrm xmlns:a="http://schemas.openxmlformats.org/drawingml/2006/main">
            <a:off x="1047750" y="2333625"/>
            <a:ext cx="247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725" b="1">
                <a:solidFill>
                  <a:srgbClr val="00A6A6"/>
                </a:solidFill>
                <a:latin typeface="Tahoma"/>
                <a:ea typeface="Tahoma"/>
                <a:cs typeface="Tahoma"/>
              </a:defRPr>
            </a:pPr>
            <a:r>
              <a:rPr sz="1725" b="1">
                <a:solidFill>
                  <a:srgbClr val="00A6A6"/>
                </a:solidFill>
                <a:latin typeface="Tahoma"/>
                <a:ea typeface="Tahoma"/>
                <a:cs typeface="Tahoma"/>
              </a:rPr>
              <a:t>REGISTER_REQ</a:t>
            </a:r>
          </a:p>
        </p:txBody>
      </p:sp>
      <p:sp>
        <p:nvSpPr>
          <p:cNvPr id="12" name="">
            <a:extLst xmlns:a="http://schemas.openxmlformats.org/drawingml/2006/main">
              <a:ext uri="{FF2B5EF4-FFF2-40B4-BE49-F238E27FC236}">
                <a16:creationId xmlns:a16="http://schemas.microsoft.com/office/drawing/2014/main" id="{DCCF493B-1C12-4FD9-9D4B-33D38C49CCC2}"/>
              </a:ext>
            </a:extLst>
          </p:cNvPr>
          <p:cNvSpPr>
            <a:spLocks xmlns:a="http://schemas.openxmlformats.org/drawingml/2006/main" noGrp="1"/>
          </p:cNvSpPr>
          <p:nvPr/>
        </p:nvSpPr>
        <p:spPr>
          <a:xfrm xmlns:a="http://schemas.openxmlformats.org/drawingml/2006/main">
            <a:off x="3476625" y="2409825"/>
            <a:ext cx="1047750" cy="190500"/>
          </a:xfrm>
          <a:prstGeom xmlns:a="http://schemas.openxmlformats.org/drawingml/2006/main" prst="rightArrow">
            <a:avLst/>
          </a:prstGeom>
          <a:solidFill xmlns:a="http://schemas.openxmlformats.org/drawingml/2006/main">
            <a:srgbClr val="00A6A6"/>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F536EC5-47B7-4606-A4E8-707A767C8A81}"/>
              </a:ext>
            </a:extLst>
          </p:cNvPr>
          <p:cNvSpPr>
            <a:spLocks xmlns:a="http://schemas.openxmlformats.org/drawingml/2006/main" noGrp="1"/>
          </p:cNvSpPr>
          <p:nvPr/>
        </p:nvSpPr>
        <p:spPr>
          <a:xfrm xmlns:a="http://schemas.openxmlformats.org/drawingml/2006/main">
            <a:off x="4762500" y="2333625"/>
            <a:ext cx="238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725" b="1">
                <a:solidFill>
                  <a:srgbClr val="0B1F33"/>
                </a:solidFill>
                <a:latin typeface="Tahoma"/>
                <a:ea typeface="Tahoma"/>
                <a:cs typeface="Tahoma"/>
              </a:defRPr>
            </a:pPr>
            <a:r>
              <a:rPr sz="1725" b="1">
                <a:solidFill>
                  <a:srgbClr val="0B1F33"/>
                </a:solidFill>
                <a:latin typeface="Tahoma"/>
                <a:ea typeface="Tahoma"/>
                <a:cs typeface="Tahoma"/>
              </a:rPr>
              <a:t>REGISTER_RES</a:t>
            </a:r>
          </a:p>
        </p:txBody>
      </p:sp>
      <p:sp>
        <p:nvSpPr>
          <p:cNvPr id="14" name="">
            <a:extLst xmlns:a="http://schemas.openxmlformats.org/drawingml/2006/main">
              <a:ext uri="{FF2B5EF4-FFF2-40B4-BE49-F238E27FC236}">
                <a16:creationId xmlns:a16="http://schemas.microsoft.com/office/drawing/2014/main" id="{9002BD35-65EF-4FC8-8226-A6726F77E86D}"/>
              </a:ext>
            </a:extLst>
          </p:cNvPr>
          <p:cNvSpPr>
            <a:spLocks xmlns:a="http://schemas.openxmlformats.org/drawingml/2006/main" noGrp="1"/>
          </p:cNvSpPr>
          <p:nvPr/>
        </p:nvSpPr>
        <p:spPr>
          <a:xfrm xmlns:a="http://schemas.openxmlformats.org/drawingml/2006/main">
            <a:off x="7715250" y="2333625"/>
            <a:ext cx="3381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500" b="0">
                <a:solidFill>
                  <a:srgbClr val="172A3A"/>
                </a:solidFill>
                <a:latin typeface="Tahoma"/>
                <a:ea typeface="Tahoma"/>
                <a:cs typeface="Tahoma"/>
              </a:defRPr>
            </a:pPr>
            <a:r>
              <a:rPr sz="1500" b="0">
                <a:solidFill>
                  <a:srgbClr val="172A3A"/>
                </a:solidFill>
                <a:latin typeface="Tahoma"/>
                <a:ea typeface="Tahoma"/>
                <a:cs typeface="Tahoma"/>
              </a:rPr>
              <a:t>201 REGISTERED</a:t>
            </a:r>
          </a:p>
        </p:txBody>
      </p:sp>
      <p:sp>
        <p:nvSpPr>
          <p:cNvPr id="15" name="">
            <a:extLst xmlns:a="http://schemas.openxmlformats.org/drawingml/2006/main">
              <a:ext uri="{FF2B5EF4-FFF2-40B4-BE49-F238E27FC236}">
                <a16:creationId xmlns:a16="http://schemas.microsoft.com/office/drawing/2014/main" id="{89EC084F-3F71-4802-8938-33EDB54DEEFC}"/>
              </a:ext>
            </a:extLst>
          </p:cNvPr>
          <p:cNvSpPr>
            <a:spLocks xmlns:a="http://schemas.openxmlformats.org/drawingml/2006/main" noGrp="1"/>
          </p:cNvSpPr>
          <p:nvPr/>
        </p:nvSpPr>
        <p:spPr>
          <a:xfrm xmlns:a="http://schemas.openxmlformats.org/drawingml/2006/main">
            <a:off x="1047750" y="2924175"/>
            <a:ext cx="10048875" cy="9525"/>
          </a:xfrm>
          <a:prstGeom xmlns:a="http://schemas.openxmlformats.org/drawingml/2006/main" prst="rect">
            <a:avLst/>
          </a:prstGeom>
          <a:solidFill xmlns:a="http://schemas.openxmlformats.org/drawingml/2006/main">
            <a:srgbClr val="D6E1E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3DE0CF5E-8C68-4FEC-A2D9-DCDCA1993AFA}"/>
              </a:ext>
            </a:extLst>
          </p:cNvPr>
          <p:cNvSpPr>
            <a:spLocks xmlns:a="http://schemas.openxmlformats.org/drawingml/2006/main" noGrp="1"/>
          </p:cNvSpPr>
          <p:nvPr/>
        </p:nvSpPr>
        <p:spPr>
          <a:xfrm xmlns:a="http://schemas.openxmlformats.org/drawingml/2006/main">
            <a:off x="1047750" y="3267075"/>
            <a:ext cx="247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725" b="1">
                <a:solidFill>
                  <a:srgbClr val="FF6B5E"/>
                </a:solidFill>
                <a:latin typeface="Tahoma"/>
                <a:ea typeface="Tahoma"/>
                <a:cs typeface="Tahoma"/>
              </a:defRPr>
            </a:pPr>
            <a:r>
              <a:rPr sz="1725" b="1">
                <a:solidFill>
                  <a:srgbClr val="FF6B5E"/>
                </a:solidFill>
                <a:latin typeface="Tahoma"/>
                <a:ea typeface="Tahoma"/>
                <a:cs typeface="Tahoma"/>
              </a:rPr>
              <a:t>CRITICAL_ALERT</a:t>
            </a:r>
          </a:p>
        </p:txBody>
      </p:sp>
      <p:sp>
        <p:nvSpPr>
          <p:cNvPr id="17" name="">
            <a:extLst xmlns:a="http://schemas.openxmlformats.org/drawingml/2006/main">
              <a:ext uri="{FF2B5EF4-FFF2-40B4-BE49-F238E27FC236}">
                <a16:creationId xmlns:a16="http://schemas.microsoft.com/office/drawing/2014/main" id="{9B51D794-1267-453D-8BA7-4249844EFF0F}"/>
              </a:ext>
            </a:extLst>
          </p:cNvPr>
          <p:cNvSpPr>
            <a:spLocks xmlns:a="http://schemas.openxmlformats.org/drawingml/2006/main" noGrp="1"/>
          </p:cNvSpPr>
          <p:nvPr/>
        </p:nvSpPr>
        <p:spPr>
          <a:xfrm xmlns:a="http://schemas.openxmlformats.org/drawingml/2006/main">
            <a:off x="3476625" y="3343275"/>
            <a:ext cx="1047750" cy="190500"/>
          </a:xfrm>
          <a:prstGeom xmlns:a="http://schemas.openxmlformats.org/drawingml/2006/main" prst="rightArrow">
            <a:avLst/>
          </a:prstGeom>
          <a:solidFill xmlns:a="http://schemas.openxmlformats.org/drawingml/2006/main">
            <a:srgbClr val="FF6B5E"/>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809CDAF6-08C2-4051-AB9C-34911DC0DE59}"/>
              </a:ext>
            </a:extLst>
          </p:cNvPr>
          <p:cNvSpPr>
            <a:spLocks xmlns:a="http://schemas.openxmlformats.org/drawingml/2006/main" noGrp="1"/>
          </p:cNvSpPr>
          <p:nvPr/>
        </p:nvSpPr>
        <p:spPr>
          <a:xfrm xmlns:a="http://schemas.openxmlformats.org/drawingml/2006/main">
            <a:off x="4762500" y="3267075"/>
            <a:ext cx="238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725" b="1">
                <a:solidFill>
                  <a:srgbClr val="0B1F33"/>
                </a:solidFill>
                <a:latin typeface="Tahoma"/>
                <a:ea typeface="Tahoma"/>
                <a:cs typeface="Tahoma"/>
              </a:defRPr>
            </a:pPr>
            <a:r>
              <a:rPr sz="1725" b="1">
                <a:solidFill>
                  <a:srgbClr val="0B1F33"/>
                </a:solidFill>
                <a:latin typeface="Tahoma"/>
                <a:ea typeface="Tahoma"/>
                <a:cs typeface="Tahoma"/>
              </a:rPr>
              <a:t>ACK</a:t>
            </a:r>
          </a:p>
        </p:txBody>
      </p:sp>
      <p:sp>
        <p:nvSpPr>
          <p:cNvPr id="19" name="">
            <a:extLst xmlns:a="http://schemas.openxmlformats.org/drawingml/2006/main">
              <a:ext uri="{FF2B5EF4-FFF2-40B4-BE49-F238E27FC236}">
                <a16:creationId xmlns:a16="http://schemas.microsoft.com/office/drawing/2014/main" id="{AC21CECC-8A21-47C8-B41C-E014DAE3C259}"/>
              </a:ext>
            </a:extLst>
          </p:cNvPr>
          <p:cNvSpPr>
            <a:spLocks xmlns:a="http://schemas.openxmlformats.org/drawingml/2006/main" noGrp="1"/>
          </p:cNvSpPr>
          <p:nvPr/>
        </p:nvSpPr>
        <p:spPr>
          <a:xfrm xmlns:a="http://schemas.openxmlformats.org/drawingml/2006/main">
            <a:off x="7715250" y="3267075"/>
            <a:ext cx="3381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500" b="0">
                <a:solidFill>
                  <a:srgbClr val="172A3A"/>
                </a:solidFill>
                <a:latin typeface="Tahoma"/>
                <a:ea typeface="Tahoma"/>
                <a:cs typeface="Tahoma"/>
              </a:defRPr>
            </a:pPr>
            <a:r>
              <a:rPr sz="1500" b="0">
                <a:solidFill>
                  <a:srgbClr val="172A3A"/>
                </a:solidFill>
                <a:latin typeface="Tahoma"/>
                <a:ea typeface="Tahoma"/>
                <a:cs typeface="Tahoma"/>
              </a:rPr>
              <a:t>202 ACCEPTED / 409 DUPLICATE / 408 EXPIRED</a:t>
            </a:r>
          </a:p>
        </p:txBody>
      </p:sp>
      <p:sp>
        <p:nvSpPr>
          <p:cNvPr id="20" name="">
            <a:extLst xmlns:a="http://schemas.openxmlformats.org/drawingml/2006/main">
              <a:ext uri="{FF2B5EF4-FFF2-40B4-BE49-F238E27FC236}">
                <a16:creationId xmlns:a16="http://schemas.microsoft.com/office/drawing/2014/main" id="{649C4F27-E707-4FDC-8B72-40909430E817}"/>
              </a:ext>
            </a:extLst>
          </p:cNvPr>
          <p:cNvSpPr>
            <a:spLocks xmlns:a="http://schemas.openxmlformats.org/drawingml/2006/main" noGrp="1"/>
          </p:cNvSpPr>
          <p:nvPr/>
        </p:nvSpPr>
        <p:spPr>
          <a:xfrm xmlns:a="http://schemas.openxmlformats.org/drawingml/2006/main">
            <a:off x="1047750" y="3857625"/>
            <a:ext cx="10048875" cy="9525"/>
          </a:xfrm>
          <a:prstGeom xmlns:a="http://schemas.openxmlformats.org/drawingml/2006/main" prst="rect">
            <a:avLst/>
          </a:prstGeom>
          <a:solidFill xmlns:a="http://schemas.openxmlformats.org/drawingml/2006/main">
            <a:srgbClr val="D6E1E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75F5EDE1-9A8E-4753-9EF1-1DCAE67AB276}"/>
              </a:ext>
            </a:extLst>
          </p:cNvPr>
          <p:cNvSpPr>
            <a:spLocks xmlns:a="http://schemas.openxmlformats.org/drawingml/2006/main" noGrp="1"/>
          </p:cNvSpPr>
          <p:nvPr/>
        </p:nvSpPr>
        <p:spPr>
          <a:xfrm xmlns:a="http://schemas.openxmlformats.org/drawingml/2006/main">
            <a:off x="1047750" y="4200525"/>
            <a:ext cx="247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725" b="1">
                <a:solidFill>
                  <a:srgbClr val="43D5C9"/>
                </a:solidFill>
                <a:latin typeface="Tahoma"/>
                <a:ea typeface="Tahoma"/>
                <a:cs typeface="Tahoma"/>
              </a:defRPr>
            </a:pPr>
            <a:r>
              <a:rPr sz="1725" b="1">
                <a:solidFill>
                  <a:srgbClr val="43D5C9"/>
                </a:solidFill>
                <a:latin typeface="Tahoma"/>
                <a:ea typeface="Tahoma"/>
                <a:cs typeface="Tahoma"/>
              </a:rPr>
              <a:t>CONFIG_REQ</a:t>
            </a:r>
          </a:p>
        </p:txBody>
      </p:sp>
      <p:sp>
        <p:nvSpPr>
          <p:cNvPr id="22" name="">
            <a:extLst xmlns:a="http://schemas.openxmlformats.org/drawingml/2006/main">
              <a:ext uri="{FF2B5EF4-FFF2-40B4-BE49-F238E27FC236}">
                <a16:creationId xmlns:a16="http://schemas.microsoft.com/office/drawing/2014/main" id="{BCB3BB82-68CB-48A6-A95C-09B8C1918BBE}"/>
              </a:ext>
            </a:extLst>
          </p:cNvPr>
          <p:cNvSpPr>
            <a:spLocks xmlns:a="http://schemas.openxmlformats.org/drawingml/2006/main" noGrp="1"/>
          </p:cNvSpPr>
          <p:nvPr/>
        </p:nvSpPr>
        <p:spPr>
          <a:xfrm xmlns:a="http://schemas.openxmlformats.org/drawingml/2006/main">
            <a:off x="3476625" y="4276725"/>
            <a:ext cx="1047750" cy="190500"/>
          </a:xfrm>
          <a:prstGeom xmlns:a="http://schemas.openxmlformats.org/drawingml/2006/main" prst="rightArrow">
            <a:avLst/>
          </a:prstGeom>
          <a:solidFill xmlns:a="http://schemas.openxmlformats.org/drawingml/2006/main">
            <a:srgbClr val="43D5C9"/>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F58C3DA6-4556-4D54-8BCF-8663E49E0287}"/>
              </a:ext>
            </a:extLst>
          </p:cNvPr>
          <p:cNvSpPr>
            <a:spLocks xmlns:a="http://schemas.openxmlformats.org/drawingml/2006/main" noGrp="1"/>
          </p:cNvSpPr>
          <p:nvPr/>
        </p:nvSpPr>
        <p:spPr>
          <a:xfrm xmlns:a="http://schemas.openxmlformats.org/drawingml/2006/main">
            <a:off x="4762500" y="4200525"/>
            <a:ext cx="238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725" b="1">
                <a:solidFill>
                  <a:srgbClr val="0B1F33"/>
                </a:solidFill>
                <a:latin typeface="Tahoma"/>
                <a:ea typeface="Tahoma"/>
                <a:cs typeface="Tahoma"/>
              </a:defRPr>
            </a:pPr>
            <a:r>
              <a:rPr sz="1725" b="1">
                <a:solidFill>
                  <a:srgbClr val="0B1F33"/>
                </a:solidFill>
                <a:latin typeface="Tahoma"/>
                <a:ea typeface="Tahoma"/>
                <a:cs typeface="Tahoma"/>
              </a:rPr>
              <a:t>CONFIG_RES</a:t>
            </a:r>
          </a:p>
        </p:txBody>
      </p:sp>
      <p:sp>
        <p:nvSpPr>
          <p:cNvPr id="24" name="">
            <a:extLst xmlns:a="http://schemas.openxmlformats.org/drawingml/2006/main">
              <a:ext uri="{FF2B5EF4-FFF2-40B4-BE49-F238E27FC236}">
                <a16:creationId xmlns:a16="http://schemas.microsoft.com/office/drawing/2014/main" id="{1C8ABDD7-95F2-418C-8681-D5E0AF2ED2D0}"/>
              </a:ext>
            </a:extLst>
          </p:cNvPr>
          <p:cNvSpPr>
            <a:spLocks xmlns:a="http://schemas.openxmlformats.org/drawingml/2006/main" noGrp="1"/>
          </p:cNvSpPr>
          <p:nvPr/>
        </p:nvSpPr>
        <p:spPr>
          <a:xfrm xmlns:a="http://schemas.openxmlformats.org/drawingml/2006/main">
            <a:off x="7715250" y="4200525"/>
            <a:ext cx="3381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500" b="0">
                <a:solidFill>
                  <a:srgbClr val="172A3A"/>
                </a:solidFill>
                <a:latin typeface="Tahoma"/>
                <a:ea typeface="Tahoma"/>
                <a:cs typeface="Tahoma"/>
              </a:defRPr>
            </a:pPr>
            <a:r>
              <a:rPr sz="1500" b="0">
                <a:solidFill>
                  <a:srgbClr val="172A3A"/>
                </a:solidFill>
                <a:latin typeface="Tahoma"/>
                <a:ea typeface="Tahoma"/>
                <a:cs typeface="Tahoma"/>
              </a:rPr>
              <a:t>200 OK</a:t>
            </a:r>
          </a:p>
        </p:txBody>
      </p:sp>
      <p:sp>
        <p:nvSpPr>
          <p:cNvPr id="25" name="">
            <a:extLst xmlns:a="http://schemas.openxmlformats.org/drawingml/2006/main">
              <a:ext uri="{FF2B5EF4-FFF2-40B4-BE49-F238E27FC236}">
                <a16:creationId xmlns:a16="http://schemas.microsoft.com/office/drawing/2014/main" id="{DD3C1311-6240-4381-9043-7071C99F6F3C}"/>
              </a:ext>
            </a:extLst>
          </p:cNvPr>
          <p:cNvSpPr>
            <a:spLocks xmlns:a="http://schemas.openxmlformats.org/drawingml/2006/main" noGrp="1"/>
          </p:cNvSpPr>
          <p:nvPr/>
        </p:nvSpPr>
        <p:spPr>
          <a:xfrm xmlns:a="http://schemas.openxmlformats.org/drawingml/2006/main">
            <a:off x="1047750" y="4791075"/>
            <a:ext cx="10048875" cy="9525"/>
          </a:xfrm>
          <a:prstGeom xmlns:a="http://schemas.openxmlformats.org/drawingml/2006/main" prst="rect">
            <a:avLst/>
          </a:prstGeom>
          <a:solidFill xmlns:a="http://schemas.openxmlformats.org/drawingml/2006/main">
            <a:srgbClr val="D6E1E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BF3C2324-5B20-435E-80D4-3B286877AC03}"/>
              </a:ext>
            </a:extLst>
          </p:cNvPr>
          <p:cNvSpPr>
            <a:spLocks xmlns:a="http://schemas.openxmlformats.org/drawingml/2006/main" noGrp="1"/>
          </p:cNvSpPr>
          <p:nvPr/>
        </p:nvSpPr>
        <p:spPr>
          <a:xfrm xmlns:a="http://schemas.openxmlformats.org/drawingml/2006/main">
            <a:off x="1047750" y="5133975"/>
            <a:ext cx="247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725" b="1">
                <a:solidFill>
                  <a:srgbClr val="F5A623"/>
                </a:solidFill>
                <a:latin typeface="Tahoma"/>
                <a:ea typeface="Tahoma"/>
                <a:cs typeface="Tahoma"/>
              </a:defRPr>
            </a:pPr>
            <a:r>
              <a:rPr sz="1725" b="1">
                <a:solidFill>
                  <a:srgbClr val="F5A623"/>
                </a:solidFill>
                <a:latin typeface="Tahoma"/>
                <a:ea typeface="Tahoma"/>
                <a:cs typeface="Tahoma"/>
              </a:rPr>
              <a:t>HEARTBEAT</a:t>
            </a:r>
          </a:p>
        </p:txBody>
      </p:sp>
      <p:sp>
        <p:nvSpPr>
          <p:cNvPr id="27" name="">
            <a:extLst xmlns:a="http://schemas.openxmlformats.org/drawingml/2006/main">
              <a:ext uri="{FF2B5EF4-FFF2-40B4-BE49-F238E27FC236}">
                <a16:creationId xmlns:a16="http://schemas.microsoft.com/office/drawing/2014/main" id="{6F881FF7-921E-401A-B24E-C6786EA4BA25}"/>
              </a:ext>
            </a:extLst>
          </p:cNvPr>
          <p:cNvSpPr>
            <a:spLocks xmlns:a="http://schemas.openxmlformats.org/drawingml/2006/main" noGrp="1"/>
          </p:cNvSpPr>
          <p:nvPr/>
        </p:nvSpPr>
        <p:spPr>
          <a:xfrm xmlns:a="http://schemas.openxmlformats.org/drawingml/2006/main">
            <a:off x="3476625" y="5210175"/>
            <a:ext cx="1047750" cy="190500"/>
          </a:xfrm>
          <a:prstGeom xmlns:a="http://schemas.openxmlformats.org/drawingml/2006/main" prst="rightArrow">
            <a:avLst/>
          </a:prstGeom>
          <a:solidFill xmlns:a="http://schemas.openxmlformats.org/drawingml/2006/main">
            <a:srgbClr val="F5A623"/>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92722EF7-8182-40EB-A54B-89003A648999}"/>
              </a:ext>
            </a:extLst>
          </p:cNvPr>
          <p:cNvSpPr>
            <a:spLocks xmlns:a="http://schemas.openxmlformats.org/drawingml/2006/main" noGrp="1"/>
          </p:cNvSpPr>
          <p:nvPr/>
        </p:nvSpPr>
        <p:spPr>
          <a:xfrm xmlns:a="http://schemas.openxmlformats.org/drawingml/2006/main">
            <a:off x="4762500" y="5133975"/>
            <a:ext cx="238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725" b="1">
                <a:solidFill>
                  <a:srgbClr val="0B1F33"/>
                </a:solidFill>
                <a:latin typeface="Tahoma"/>
                <a:ea typeface="Tahoma"/>
                <a:cs typeface="Tahoma"/>
              </a:defRPr>
            </a:pPr>
            <a:r>
              <a:rPr sz="1725" b="1">
                <a:solidFill>
                  <a:srgbClr val="0B1F33"/>
                </a:solidFill>
                <a:latin typeface="Tahoma"/>
                <a:ea typeface="Tahoma"/>
                <a:cs typeface="Tahoma"/>
              </a:rPr>
              <a:t>HEARTBEAT_ACK</a:t>
            </a:r>
          </a:p>
        </p:txBody>
      </p:sp>
      <p:sp>
        <p:nvSpPr>
          <p:cNvPr id="29" name="">
            <a:extLst xmlns:a="http://schemas.openxmlformats.org/drawingml/2006/main">
              <a:ext uri="{FF2B5EF4-FFF2-40B4-BE49-F238E27FC236}">
                <a16:creationId xmlns:a16="http://schemas.microsoft.com/office/drawing/2014/main" id="{B0B03F5A-51D0-444E-8806-FF21F01587B4}"/>
              </a:ext>
            </a:extLst>
          </p:cNvPr>
          <p:cNvSpPr>
            <a:spLocks xmlns:a="http://schemas.openxmlformats.org/drawingml/2006/main" noGrp="1"/>
          </p:cNvSpPr>
          <p:nvPr/>
        </p:nvSpPr>
        <p:spPr>
          <a:xfrm xmlns:a="http://schemas.openxmlformats.org/drawingml/2006/main">
            <a:off x="7715250" y="5133975"/>
            <a:ext cx="3381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500" b="0">
                <a:solidFill>
                  <a:srgbClr val="172A3A"/>
                </a:solidFill>
                <a:latin typeface="Tahoma"/>
                <a:ea typeface="Tahoma"/>
                <a:cs typeface="Tahoma"/>
              </a:defRPr>
            </a:pPr>
            <a:r>
              <a:rPr sz="1500" b="0">
                <a:solidFill>
                  <a:srgbClr val="172A3A"/>
                </a:solidFill>
                <a:latin typeface="Tahoma"/>
                <a:ea typeface="Tahoma"/>
                <a:cs typeface="Tahoma"/>
              </a:rPr>
              <a:t>200 OK</a:t>
            </a:r>
          </a:p>
        </p:txBody>
      </p:sp>
      <p:sp>
        <p:nvSpPr>
          <p:cNvPr id="30" name="">
            <a:extLst xmlns:a="http://schemas.openxmlformats.org/drawingml/2006/main">
              <a:ext uri="{FF2B5EF4-FFF2-40B4-BE49-F238E27FC236}">
                <a16:creationId xmlns:a16="http://schemas.microsoft.com/office/drawing/2014/main" id="{036B599F-7AC0-4A73-9BD1-56B55D6E4FE1}"/>
              </a:ext>
            </a:extLst>
          </p:cNvPr>
          <p:cNvSpPr>
            <a:spLocks xmlns:a="http://schemas.openxmlformats.org/drawingml/2006/main" noGrp="1"/>
          </p:cNvSpPr>
          <p:nvPr/>
        </p:nvSpPr>
        <p:spPr>
          <a:xfrm xmlns:a="http://schemas.openxmlformats.org/drawingml/2006/main">
            <a:off x="1047750" y="5724525"/>
            <a:ext cx="10048875" cy="9525"/>
          </a:xfrm>
          <a:prstGeom xmlns:a="http://schemas.openxmlformats.org/drawingml/2006/main" prst="rect">
            <a:avLst/>
          </a:prstGeom>
          <a:solidFill xmlns:a="http://schemas.openxmlformats.org/drawingml/2006/main">
            <a:srgbClr val="D6E1E8"/>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0E618146-0471-4CFB-8B3F-24FBAB7B684C}"/>
              </a:ext>
            </a:extLst>
          </p:cNvPr>
          <p:cNvSpPr>
            <a:spLocks xmlns:a="http://schemas.openxmlformats.org/drawingml/2006/main" noGrp="1"/>
          </p:cNvSpPr>
          <p:nvPr/>
        </p:nvSpPr>
        <p:spPr>
          <a:xfrm xmlns:a="http://schemas.openxmlformats.org/drawingml/2006/main">
            <a:off x="1619250" y="5848350"/>
            <a:ext cx="895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0000"/>
              </a:lnSpc>
              <a:buNone/>
              <a:defRPr sz="1575" b="1">
                <a:solidFill>
                  <a:srgbClr val="0B1F33"/>
                </a:solidFill>
                <a:latin typeface="Tahoma"/>
                <a:ea typeface="Tahoma"/>
                <a:cs typeface="Tahoma"/>
              </a:defRPr>
            </a:pPr>
            <a:r>
              <a:rPr sz="1575" b="1">
                <a:solidFill>
                  <a:srgbClr val="0B1F33"/>
                </a:solidFill>
                <a:latin typeface="Tahoma"/>
                <a:ea typeface="Tahoma"/>
                <a:cs typeface="Tahoma"/>
              </a:rPr>
              <a:t>ERROR ใช้ 4xx/5xx + JSON detail • request/data ใช้ status_code = 0</a:t>
            </a:r>
          </a:p>
        </p:txBody>
      </p:sp>
    </p:spTree>
    <p:extLst>
      <p:ext uri="{BB962C8B-B14F-4D97-AF65-F5344CB8AC3E}">
        <p14:creationId xmlns:p14="http://schemas.microsoft.com/office/powerpoint/2010/main" val="1042151911"/>
      </p:ext>
    </p:extLst>
  </p:cSld>
</p:sld>
</file>

<file path=ppt/slides/slide8.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502C2456-EEF5-49D5-A356-904A5D083223}"/>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0A6A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159E3F1-6FEC-4294-A05D-63ED4D71A259}"/>
              </a:ext>
            </a:extLst>
          </p:cNvPr>
          <p:cNvSpPr>
            <a:spLocks xmlns:a="http://schemas.openxmlformats.org/drawingml/2006/main" noGrp="1"/>
          </p:cNvSpPr>
          <p:nvPr/>
        </p:nvSpPr>
        <p:spPr>
          <a:xfrm xmlns:a="http://schemas.openxmlformats.org/drawingml/2006/main">
            <a:off x="685800" y="3619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050" b="1">
                <a:solidFill>
                  <a:srgbClr val="00A6A6"/>
                </a:solidFill>
                <a:latin typeface="Tahoma"/>
                <a:ea typeface="Tahoma"/>
                <a:cs typeface="Tahoma"/>
              </a:defRPr>
            </a:pPr>
            <a:r>
              <a:rPr sz="1050" b="1">
                <a:solidFill>
                  <a:srgbClr val="00A6A6"/>
                </a:solidFill>
                <a:latin typeface="Tahoma"/>
                <a:ea typeface="Tahoma"/>
                <a:cs typeface="Tahoma"/>
              </a:rPr>
              <a:t>RELIABILITY</a:t>
            </a:r>
          </a:p>
        </p:txBody>
      </p:sp>
      <p:sp>
        <p:nvSpPr>
          <p:cNvPr id="3" name="">
            <a:extLst xmlns:a="http://schemas.openxmlformats.org/drawingml/2006/main">
              <a:ext uri="{FF2B5EF4-FFF2-40B4-BE49-F238E27FC236}">
                <a16:creationId xmlns:a16="http://schemas.microsoft.com/office/drawing/2014/main" id="{CDA467E3-D5E1-4380-854C-3F9807EB3E1A}"/>
              </a:ext>
            </a:extLst>
          </p:cNvPr>
          <p:cNvSpPr>
            <a:spLocks xmlns:a="http://schemas.openxmlformats.org/drawingml/2006/main" noGrp="1"/>
          </p:cNvSpPr>
          <p:nvPr/>
        </p:nvSpPr>
        <p:spPr>
          <a:xfrm xmlns:a="http://schemas.openxmlformats.org/drawingml/2006/main">
            <a:off x="685800" y="6667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5196"/>
          </a:bodyPr>
          <a:lstStyle xmlns:a="http://schemas.openxmlformats.org/drawingml/2006/main"/>
          <a:p xmlns:a="http://schemas.openxmlformats.org/drawingml/2006/main">
            <a:pPr algn="l">
              <a:lnSpc>
                <a:spcPct val="100000"/>
              </a:lnSpc>
              <a:buNone/>
              <a:defRPr sz="3150" b="1">
                <a:solidFill>
                  <a:srgbClr val="0B1F33"/>
                </a:solidFill>
                <a:latin typeface="Tahoma"/>
                <a:ea typeface="Tahoma"/>
                <a:cs typeface="Tahoma"/>
              </a:defRPr>
            </a:pPr>
            <a:r>
              <a:rPr sz="3150" b="1">
                <a:solidFill>
                  <a:srgbClr val="0B1F33"/>
                </a:solidFill>
                <a:latin typeface="Tahoma"/>
                <a:ea typeface="Tahoma"/>
                <a:cs typeface="Tahoma"/>
              </a:rPr>
              <a:t>ระงับ ACK ก่อน sendto() • กด side effect ซ้ำภายใน cache 60 วินาที</a:t>
            </a:r>
          </a:p>
        </p:txBody>
      </p:sp>
      <p:sp>
        <p:nvSpPr>
          <p:cNvPr id="4" name="">
            <a:extLst xmlns:a="http://schemas.openxmlformats.org/drawingml/2006/main">
              <a:ext uri="{FF2B5EF4-FFF2-40B4-BE49-F238E27FC236}">
                <a16:creationId xmlns:a16="http://schemas.microsoft.com/office/drawing/2014/main" id="{A22C82C0-6EC4-4D65-A20E-4FFBD8283E27}"/>
              </a:ext>
            </a:extLst>
          </p:cNvPr>
          <p:cNvSpPr>
            <a:spLocks xmlns:a="http://schemas.openxmlformats.org/drawingml/2006/main" noGrp="1"/>
          </p:cNvSpPr>
          <p:nvPr/>
        </p:nvSpPr>
        <p:spPr>
          <a:xfrm xmlns:a="http://schemas.openxmlformats.org/drawingml/2006/main">
            <a:off x="685800" y="1304925"/>
            <a:ext cx="10820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425" b="0">
                <a:solidFill>
                  <a:srgbClr val="5E7182"/>
                </a:solidFill>
                <a:latin typeface="Tahoma"/>
                <a:ea typeface="Tahoma"/>
                <a:cs typeface="Tahoma"/>
              </a:defRPr>
            </a:pPr>
            <a:r>
              <a:rPr sz="1425" b="0">
                <a:solidFill>
                  <a:srgbClr val="5E7182"/>
                </a:solidFill>
                <a:latin typeface="Tahoma"/>
                <a:ea typeface="Tahoma"/>
                <a:cs typeface="Tahoma"/>
              </a:rPr>
              <a:t>sequence เดิมทำให้ sender correlate ACK และ server ตรวจ duplicate</a:t>
            </a:r>
          </a:p>
        </p:txBody>
      </p:sp>
      <p:sp>
        <p:nvSpPr>
          <p:cNvPr id="5" name="">
            <a:extLst xmlns:a="http://schemas.openxmlformats.org/drawingml/2006/main">
              <a:ext uri="{FF2B5EF4-FFF2-40B4-BE49-F238E27FC236}">
                <a16:creationId xmlns:a16="http://schemas.microsoft.com/office/drawing/2014/main" id="{74AB9D55-2E14-49F2-ADCB-A9365B92EC3F}"/>
              </a:ext>
            </a:extLst>
          </p:cNvPr>
          <p:cNvSpPr>
            <a:spLocks xmlns:a="http://schemas.openxmlformats.org/drawingml/2006/main" noGrp="1"/>
          </p:cNvSpPr>
          <p:nvPr/>
        </p:nvSpPr>
        <p:spPr>
          <a:xfrm xmlns:a="http://schemas.openxmlformats.org/drawingml/2006/main">
            <a:off x="685800" y="6362700"/>
            <a:ext cx="10820400" cy="9525"/>
          </a:xfrm>
          <a:prstGeom xmlns:a="http://schemas.openxmlformats.org/drawingml/2006/main" prst="rect">
            <a:avLst/>
          </a:prstGeom>
          <a:solidFill xmlns:a="http://schemas.openxmlformats.org/drawingml/2006/main">
            <a:srgbClr val="D6E1E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370D160-25E9-4577-BEB6-FD02FBE08D54}"/>
              </a:ext>
            </a:extLst>
          </p:cNvPr>
          <p:cNvSpPr>
            <a:spLocks xmlns:a="http://schemas.openxmlformats.org/drawingml/2006/main" noGrp="1"/>
          </p:cNvSpPr>
          <p:nvPr/>
        </p:nvSpPr>
        <p:spPr>
          <a:xfrm xmlns:a="http://schemas.openxmlformats.org/drawingml/2006/main">
            <a:off x="685800" y="64579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050" b="1">
                <a:solidFill>
                  <a:srgbClr val="5E7182"/>
                </a:solidFill>
                <a:latin typeface="Tahoma"/>
                <a:ea typeface="Tahoma"/>
                <a:cs typeface="Tahoma"/>
              </a:defRPr>
            </a:pPr>
            <a:r>
              <a:rPr sz="1050" b="1">
                <a:solidFill>
                  <a:srgbClr val="5E7182"/>
                </a:solidFill>
                <a:latin typeface="Tahoma"/>
                <a:ea typeface="Tahoma"/>
                <a:cs typeface="Tahoma"/>
              </a:rPr>
              <a:t>DART v1</a:t>
            </a:r>
          </a:p>
        </p:txBody>
      </p:sp>
      <p:sp>
        <p:nvSpPr>
          <p:cNvPr id="7" name="">
            <a:extLst xmlns:a="http://schemas.openxmlformats.org/drawingml/2006/main">
              <a:ext uri="{FF2B5EF4-FFF2-40B4-BE49-F238E27FC236}">
                <a16:creationId xmlns:a16="http://schemas.microsoft.com/office/drawing/2014/main" id="{74186D0B-7483-4F93-A0CC-30762339F9F8}"/>
              </a:ext>
            </a:extLst>
          </p:cNvPr>
          <p:cNvSpPr>
            <a:spLocks xmlns:a="http://schemas.openxmlformats.org/drawingml/2006/main" noGrp="1"/>
          </p:cNvSpPr>
          <p:nvPr/>
        </p:nvSpPr>
        <p:spPr>
          <a:xfrm xmlns:a="http://schemas.openxmlformats.org/drawingml/2006/main">
            <a:off x="10763250" y="6457950"/>
            <a:ext cx="742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0000"/>
              </a:lnSpc>
              <a:buNone/>
              <a:defRPr sz="1050" b="1">
                <a:solidFill>
                  <a:srgbClr val="5E7182"/>
                </a:solidFill>
                <a:latin typeface="Tahoma"/>
                <a:ea typeface="Tahoma"/>
                <a:cs typeface="Tahoma"/>
              </a:defRPr>
            </a:pPr>
            <a:r>
              <a:rPr sz="1050" b="1">
                <a:solidFill>
                  <a:srgbClr val="5E7182"/>
                </a:solidFill>
                <a:latin typeface="Tahoma"/>
                <a:ea typeface="Tahoma"/>
                <a:cs typeface="Tahoma"/>
              </a:rPr>
              <a:t>08</a:t>
            </a:r>
          </a:p>
        </p:txBody>
      </p:sp>
      <p:sp>
        <p:nvSpPr>
          <p:cNvPr id="8" name="">
            <a:extLst xmlns:a="http://schemas.openxmlformats.org/drawingml/2006/main">
              <a:ext uri="{FF2B5EF4-FFF2-40B4-BE49-F238E27FC236}">
                <a16:creationId xmlns:a16="http://schemas.microsoft.com/office/drawing/2014/main" id="{A4E35DE6-9635-4577-B4B1-D2DBF651F0F2}"/>
              </a:ext>
            </a:extLst>
          </p:cNvPr>
          <p:cNvSpPr>
            <a:spLocks xmlns:a="http://schemas.openxmlformats.org/drawingml/2006/main" noGrp="1"/>
          </p:cNvSpPr>
          <p:nvPr/>
        </p:nvSpPr>
        <p:spPr>
          <a:xfrm xmlns:a="http://schemas.openxmlformats.org/drawingml/2006/main">
            <a:off x="1238250" y="1828800"/>
            <a:ext cx="209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275" b="1">
                <a:solidFill>
                  <a:srgbClr val="00A6A6"/>
                </a:solidFill>
                <a:latin typeface="Tahoma"/>
                <a:ea typeface="Tahoma"/>
                <a:cs typeface="Tahoma"/>
              </a:defRPr>
            </a:pPr>
            <a:r>
              <a:rPr sz="1275" b="1">
                <a:solidFill>
                  <a:srgbClr val="00A6A6"/>
                </a:solidFill>
                <a:latin typeface="Tahoma"/>
                <a:ea typeface="Tahoma"/>
                <a:cs typeface="Tahoma"/>
              </a:rPr>
              <a:t>CLIENT</a:t>
            </a:r>
          </a:p>
        </p:txBody>
      </p:sp>
      <p:sp>
        <p:nvSpPr>
          <p:cNvPr id="9" name="">
            <a:extLst xmlns:a="http://schemas.openxmlformats.org/drawingml/2006/main">
              <a:ext uri="{FF2B5EF4-FFF2-40B4-BE49-F238E27FC236}">
                <a16:creationId xmlns:a16="http://schemas.microsoft.com/office/drawing/2014/main" id="{E287C1F0-DA08-4E3F-ABE6-3ECA3797F0E8}"/>
              </a:ext>
            </a:extLst>
          </p:cNvPr>
          <p:cNvSpPr>
            <a:spLocks xmlns:a="http://schemas.openxmlformats.org/drawingml/2006/main" noGrp="1"/>
          </p:cNvSpPr>
          <p:nvPr/>
        </p:nvSpPr>
        <p:spPr>
          <a:xfrm xmlns:a="http://schemas.openxmlformats.org/drawingml/2006/main">
            <a:off x="8953500" y="1828800"/>
            <a:ext cx="209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0000"/>
              </a:lnSpc>
              <a:buNone/>
              <a:defRPr sz="1275" b="1">
                <a:solidFill>
                  <a:srgbClr val="FF6B5E"/>
                </a:solidFill>
                <a:latin typeface="Tahoma"/>
                <a:ea typeface="Tahoma"/>
                <a:cs typeface="Tahoma"/>
              </a:defRPr>
            </a:pPr>
            <a:r>
              <a:rPr sz="1275" b="1">
                <a:solidFill>
                  <a:srgbClr val="FF6B5E"/>
                </a:solidFill>
                <a:latin typeface="Tahoma"/>
                <a:ea typeface="Tahoma"/>
                <a:cs typeface="Tahoma"/>
              </a:rPr>
              <a:t>SERVER</a:t>
            </a:r>
          </a:p>
        </p:txBody>
      </p:sp>
      <p:sp>
        <p:nvSpPr>
          <p:cNvPr id="10" name="">
            <a:extLst xmlns:a="http://schemas.openxmlformats.org/drawingml/2006/main">
              <a:ext uri="{FF2B5EF4-FFF2-40B4-BE49-F238E27FC236}">
                <a16:creationId xmlns:a16="http://schemas.microsoft.com/office/drawing/2014/main" id="{25CEFC98-168B-49D3-A36A-22608AC3101A}"/>
              </a:ext>
            </a:extLst>
          </p:cNvPr>
          <p:cNvSpPr>
            <a:spLocks xmlns:a="http://schemas.openxmlformats.org/drawingml/2006/main" noGrp="1"/>
          </p:cNvSpPr>
          <p:nvPr/>
        </p:nvSpPr>
        <p:spPr>
          <a:xfrm xmlns:a="http://schemas.openxmlformats.org/drawingml/2006/main">
            <a:off x="1905000" y="2238375"/>
            <a:ext cx="38100" cy="3000375"/>
          </a:xfrm>
          <a:prstGeom xmlns:a="http://schemas.openxmlformats.org/drawingml/2006/main" prst="rect">
            <a:avLst/>
          </a:prstGeom>
          <a:solidFill xmlns:a="http://schemas.openxmlformats.org/drawingml/2006/main">
            <a:srgbClr val="9FC6C9"/>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145C1D3-6F85-4803-B93C-C0BE42621616}"/>
              </a:ext>
            </a:extLst>
          </p:cNvPr>
          <p:cNvSpPr>
            <a:spLocks xmlns:a="http://schemas.openxmlformats.org/drawingml/2006/main" noGrp="1"/>
          </p:cNvSpPr>
          <p:nvPr/>
        </p:nvSpPr>
        <p:spPr>
          <a:xfrm xmlns:a="http://schemas.openxmlformats.org/drawingml/2006/main">
            <a:off x="10248900" y="2238375"/>
            <a:ext cx="38100" cy="3000375"/>
          </a:xfrm>
          <a:prstGeom xmlns:a="http://schemas.openxmlformats.org/drawingml/2006/main" prst="rect">
            <a:avLst/>
          </a:prstGeom>
          <a:solidFill xmlns:a="http://schemas.openxmlformats.org/drawingml/2006/main">
            <a:srgbClr val="E6B2A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D606FEE-BB36-4C83-9905-7AA4011DAC1B}"/>
              </a:ext>
            </a:extLst>
          </p:cNvPr>
          <p:cNvSpPr>
            <a:spLocks xmlns:a="http://schemas.openxmlformats.org/drawingml/2006/main" noGrp="1"/>
          </p:cNvSpPr>
          <p:nvPr/>
        </p:nvSpPr>
        <p:spPr>
          <a:xfrm xmlns:a="http://schemas.openxmlformats.org/drawingml/2006/main" flipH="0">
            <a:off x="2381250" y="2476500"/>
            <a:ext cx="7429500" cy="228600"/>
          </a:xfrm>
          <a:prstGeom xmlns:a="http://schemas.openxmlformats.org/drawingml/2006/main" prst="rightArrow">
            <a:avLst/>
          </a:prstGeom>
          <a:solidFill xmlns:a="http://schemas.openxmlformats.org/drawingml/2006/main">
            <a:srgbClr val="00A6A6"/>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6BFB216-25FB-4BC3-884F-FD5B52A733C9}"/>
              </a:ext>
            </a:extLst>
          </p:cNvPr>
          <p:cNvSpPr>
            <a:spLocks xmlns:a="http://schemas.openxmlformats.org/drawingml/2006/main" noGrp="1"/>
          </p:cNvSpPr>
          <p:nvPr/>
        </p:nvSpPr>
        <p:spPr>
          <a:xfrm xmlns:a="http://schemas.openxmlformats.org/drawingml/2006/main">
            <a:off x="3714750" y="211455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0000"/>
              </a:lnSpc>
              <a:buNone/>
              <a:defRPr sz="1575" b="1">
                <a:solidFill>
                  <a:srgbClr val="0B1F33"/>
                </a:solidFill>
                <a:latin typeface="Tahoma"/>
                <a:ea typeface="Tahoma"/>
                <a:cs typeface="Tahoma"/>
              </a:defRPr>
            </a:pPr>
            <a:r>
              <a:rPr sz="1575" b="1">
                <a:solidFill>
                  <a:srgbClr val="0B1F33"/>
                </a:solidFill>
                <a:latin typeface="Tahoma"/>
                <a:ea typeface="Tahoma"/>
                <a:cs typeface="Tahoma"/>
              </a:rPr>
              <a:t>CRITICAL seq=77</a:t>
            </a:r>
          </a:p>
        </p:txBody>
      </p:sp>
      <p:sp>
        <p:nvSpPr>
          <p:cNvPr id="14" name="">
            <a:extLst xmlns:a="http://schemas.openxmlformats.org/drawingml/2006/main">
              <a:ext uri="{FF2B5EF4-FFF2-40B4-BE49-F238E27FC236}">
                <a16:creationId xmlns:a16="http://schemas.microsoft.com/office/drawing/2014/main" id="{3BBEF07E-9EB2-435E-AA20-D7147ECD994A}"/>
              </a:ext>
            </a:extLst>
          </p:cNvPr>
          <p:cNvSpPr>
            <a:spLocks xmlns:a="http://schemas.openxmlformats.org/drawingml/2006/main" noGrp="1"/>
          </p:cNvSpPr>
          <p:nvPr/>
        </p:nvSpPr>
        <p:spPr>
          <a:xfrm xmlns:a="http://schemas.openxmlformats.org/drawingml/2006/main">
            <a:off x="3714750" y="28003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0000"/>
              </a:lnSpc>
              <a:buNone/>
              <a:defRPr sz="1350" b="0">
                <a:solidFill>
                  <a:srgbClr val="00A6A6"/>
                </a:solidFill>
                <a:latin typeface="Tahoma"/>
                <a:ea typeface="Tahoma"/>
                <a:cs typeface="Tahoma"/>
              </a:defRPr>
            </a:pPr>
            <a:r>
              <a:rPr sz="1350" b="0">
                <a:solidFill>
                  <a:srgbClr val="00A6A6"/>
                </a:solidFill>
                <a:latin typeface="Tahoma"/>
                <a:ea typeface="Tahoma"/>
                <a:cs typeface="Tahoma"/>
              </a:rPr>
              <a:t>server: process once</a:t>
            </a:r>
          </a:p>
        </p:txBody>
      </p:sp>
      <p:sp>
        <p:nvSpPr>
          <p:cNvPr id="15" name="">
            <a:extLst xmlns:a="http://schemas.openxmlformats.org/drawingml/2006/main">
              <a:ext uri="{FF2B5EF4-FFF2-40B4-BE49-F238E27FC236}">
                <a16:creationId xmlns:a16="http://schemas.microsoft.com/office/drawing/2014/main" id="{60AD3C56-CFBD-4CD3-AB60-1A2E98F55F61}"/>
              </a:ext>
            </a:extLst>
          </p:cNvPr>
          <p:cNvSpPr>
            <a:spLocks xmlns:a="http://schemas.openxmlformats.org/drawingml/2006/main" noGrp="1"/>
          </p:cNvSpPr>
          <p:nvPr/>
        </p:nvSpPr>
        <p:spPr>
          <a:xfrm xmlns:a="http://schemas.openxmlformats.org/drawingml/2006/main" flipH="1">
            <a:off x="2381250" y="3333750"/>
            <a:ext cx="7429500" cy="228600"/>
          </a:xfrm>
          <a:prstGeom xmlns:a="http://schemas.openxmlformats.org/drawingml/2006/main" prst="rightArrow">
            <a:avLst/>
          </a:prstGeom>
          <a:solidFill xmlns:a="http://schemas.openxmlformats.org/drawingml/2006/main">
            <a:srgbClr val="FF6B5E"/>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400CE8F5-3C87-49C7-B3E7-A78EC2DDDE4F}"/>
              </a:ext>
            </a:extLst>
          </p:cNvPr>
          <p:cNvSpPr>
            <a:spLocks xmlns:a="http://schemas.openxmlformats.org/drawingml/2006/main" noGrp="1"/>
          </p:cNvSpPr>
          <p:nvPr/>
        </p:nvSpPr>
        <p:spPr>
          <a:xfrm xmlns:a="http://schemas.openxmlformats.org/drawingml/2006/main">
            <a:off x="3714750" y="29718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0000"/>
              </a:lnSpc>
              <a:buNone/>
              <a:defRPr sz="1575" b="1">
                <a:solidFill>
                  <a:srgbClr val="0B1F33"/>
                </a:solidFill>
                <a:latin typeface="Tahoma"/>
                <a:ea typeface="Tahoma"/>
                <a:cs typeface="Tahoma"/>
              </a:defRPr>
            </a:pPr>
            <a:r>
              <a:rPr sz="1575" b="1">
                <a:solidFill>
                  <a:srgbClr val="0B1F33"/>
                </a:solidFill>
                <a:latin typeface="Tahoma"/>
                <a:ea typeface="Tahoma"/>
                <a:cs typeface="Tahoma"/>
              </a:rPr>
              <a:t>ACK path (would be 202)</a:t>
            </a:r>
          </a:p>
        </p:txBody>
      </p:sp>
      <p:sp>
        <p:nvSpPr>
          <p:cNvPr id="17" name="">
            <a:extLst xmlns:a="http://schemas.openxmlformats.org/drawingml/2006/main">
              <a:ext uri="{FF2B5EF4-FFF2-40B4-BE49-F238E27FC236}">
                <a16:creationId xmlns:a16="http://schemas.microsoft.com/office/drawing/2014/main" id="{5E02BD5A-DA6D-422B-9ED7-6E4A44991E19}"/>
              </a:ext>
            </a:extLst>
          </p:cNvPr>
          <p:cNvSpPr>
            <a:spLocks xmlns:a="http://schemas.openxmlformats.org/drawingml/2006/main" noGrp="1"/>
          </p:cNvSpPr>
          <p:nvPr/>
        </p:nvSpPr>
        <p:spPr>
          <a:xfrm xmlns:a="http://schemas.openxmlformats.org/drawingml/2006/main">
            <a:off x="3714750" y="36576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0000"/>
              </a:lnSpc>
              <a:buNone/>
              <a:defRPr sz="1350" b="0">
                <a:solidFill>
                  <a:srgbClr val="FF6B5E"/>
                </a:solidFill>
                <a:latin typeface="Tahoma"/>
                <a:ea typeface="Tahoma"/>
                <a:cs typeface="Tahoma"/>
              </a:defRPr>
            </a:pPr>
            <a:r>
              <a:rPr sz="1350" b="0">
                <a:solidFill>
                  <a:srgbClr val="FF6B5E"/>
                </a:solidFill>
                <a:latin typeface="Tahoma"/>
                <a:ea typeface="Tahoma"/>
                <a:cs typeface="Tahoma"/>
              </a:rPr>
              <a:t>suppressed before sendto ×</a:t>
            </a:r>
          </a:p>
        </p:txBody>
      </p:sp>
      <p:sp>
        <p:nvSpPr>
          <p:cNvPr id="18" name="">
            <a:extLst xmlns:a="http://schemas.openxmlformats.org/drawingml/2006/main">
              <a:ext uri="{FF2B5EF4-FFF2-40B4-BE49-F238E27FC236}">
                <a16:creationId xmlns:a16="http://schemas.microsoft.com/office/drawing/2014/main" id="{BA782140-BCAA-405F-8566-25E1492D3357}"/>
              </a:ext>
            </a:extLst>
          </p:cNvPr>
          <p:cNvSpPr>
            <a:spLocks xmlns:a="http://schemas.openxmlformats.org/drawingml/2006/main" noGrp="1"/>
          </p:cNvSpPr>
          <p:nvPr/>
        </p:nvSpPr>
        <p:spPr>
          <a:xfrm xmlns:a="http://schemas.openxmlformats.org/drawingml/2006/main" flipH="0">
            <a:off x="2381250" y="4191000"/>
            <a:ext cx="7429500" cy="228600"/>
          </a:xfrm>
          <a:prstGeom xmlns:a="http://schemas.openxmlformats.org/drawingml/2006/main" prst="rightArrow">
            <a:avLst/>
          </a:prstGeom>
          <a:solidFill xmlns:a="http://schemas.openxmlformats.org/drawingml/2006/main">
            <a:srgbClr val="F5A623"/>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41204055-1462-4971-88CE-0558CE8F58FC}"/>
              </a:ext>
            </a:extLst>
          </p:cNvPr>
          <p:cNvSpPr>
            <a:spLocks xmlns:a="http://schemas.openxmlformats.org/drawingml/2006/main" noGrp="1"/>
          </p:cNvSpPr>
          <p:nvPr/>
        </p:nvSpPr>
        <p:spPr>
          <a:xfrm xmlns:a="http://schemas.openxmlformats.org/drawingml/2006/main">
            <a:off x="3714750" y="382905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0000"/>
              </a:lnSpc>
              <a:buNone/>
              <a:defRPr sz="1575" b="1">
                <a:solidFill>
                  <a:srgbClr val="0B1F33"/>
                </a:solidFill>
                <a:latin typeface="Tahoma"/>
                <a:ea typeface="Tahoma"/>
                <a:cs typeface="Tahoma"/>
              </a:defRPr>
            </a:pPr>
            <a:r>
              <a:rPr sz="1575" b="1">
                <a:solidFill>
                  <a:srgbClr val="0B1F33"/>
                </a:solidFill>
                <a:latin typeface="Tahoma"/>
                <a:ea typeface="Tahoma"/>
                <a:cs typeface="Tahoma"/>
              </a:rPr>
              <a:t>same seq + RETRANSMISSION</a:t>
            </a:r>
          </a:p>
        </p:txBody>
      </p:sp>
      <p:sp>
        <p:nvSpPr>
          <p:cNvPr id="20" name="">
            <a:extLst xmlns:a="http://schemas.openxmlformats.org/drawingml/2006/main">
              <a:ext uri="{FF2B5EF4-FFF2-40B4-BE49-F238E27FC236}">
                <a16:creationId xmlns:a16="http://schemas.microsoft.com/office/drawing/2014/main" id="{DFAA3182-7210-47D7-B965-6B4AF1A9A562}"/>
              </a:ext>
            </a:extLst>
          </p:cNvPr>
          <p:cNvSpPr>
            <a:spLocks xmlns:a="http://schemas.openxmlformats.org/drawingml/2006/main" noGrp="1"/>
          </p:cNvSpPr>
          <p:nvPr/>
        </p:nvSpPr>
        <p:spPr>
          <a:xfrm xmlns:a="http://schemas.openxmlformats.org/drawingml/2006/main">
            <a:off x="3714750" y="45148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0000"/>
              </a:lnSpc>
              <a:buNone/>
              <a:defRPr sz="1350" b="0">
                <a:solidFill>
                  <a:srgbClr val="F5A623"/>
                </a:solidFill>
                <a:latin typeface="Tahoma"/>
                <a:ea typeface="Tahoma"/>
                <a:cs typeface="Tahoma"/>
              </a:defRPr>
            </a:pPr>
            <a:r>
              <a:rPr sz="1350" b="0">
                <a:solidFill>
                  <a:srgbClr val="F5A623"/>
                </a:solidFill>
                <a:latin typeface="Tahoma"/>
                <a:ea typeface="Tahoma"/>
                <a:cs typeface="Tahoma"/>
              </a:rPr>
              <a:t>client: timeout 250 ms</a:t>
            </a:r>
          </a:p>
        </p:txBody>
      </p:sp>
      <p:sp>
        <p:nvSpPr>
          <p:cNvPr id="21" name="">
            <a:extLst xmlns:a="http://schemas.openxmlformats.org/drawingml/2006/main">
              <a:ext uri="{FF2B5EF4-FFF2-40B4-BE49-F238E27FC236}">
                <a16:creationId xmlns:a16="http://schemas.microsoft.com/office/drawing/2014/main" id="{469ED3E7-F93B-4B42-8E8B-43CC23A6E5D9}"/>
              </a:ext>
            </a:extLst>
          </p:cNvPr>
          <p:cNvSpPr>
            <a:spLocks xmlns:a="http://schemas.openxmlformats.org/drawingml/2006/main" noGrp="1"/>
          </p:cNvSpPr>
          <p:nvPr/>
        </p:nvSpPr>
        <p:spPr>
          <a:xfrm xmlns:a="http://schemas.openxmlformats.org/drawingml/2006/main" flipH="1">
            <a:off x="2381250" y="5048250"/>
            <a:ext cx="7429500" cy="228600"/>
          </a:xfrm>
          <a:prstGeom xmlns:a="http://schemas.openxmlformats.org/drawingml/2006/main" prst="rightArrow">
            <a:avLst/>
          </a:prstGeom>
          <a:solidFill xmlns:a="http://schemas.openxmlformats.org/drawingml/2006/main">
            <a:srgbClr val="FF6B5E"/>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6A76AD61-9311-4F52-8F7E-3C48B847AE3B}"/>
              </a:ext>
            </a:extLst>
          </p:cNvPr>
          <p:cNvSpPr>
            <a:spLocks xmlns:a="http://schemas.openxmlformats.org/drawingml/2006/main" noGrp="1"/>
          </p:cNvSpPr>
          <p:nvPr/>
        </p:nvSpPr>
        <p:spPr>
          <a:xfrm xmlns:a="http://schemas.openxmlformats.org/drawingml/2006/main">
            <a:off x="3714750" y="46863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0000"/>
              </a:lnSpc>
              <a:buNone/>
              <a:defRPr sz="1575" b="1">
                <a:solidFill>
                  <a:srgbClr val="0B1F33"/>
                </a:solidFill>
                <a:latin typeface="Tahoma"/>
                <a:ea typeface="Tahoma"/>
                <a:cs typeface="Tahoma"/>
              </a:defRPr>
            </a:pPr>
            <a:r>
              <a:rPr sz="1575" b="1">
                <a:solidFill>
                  <a:srgbClr val="0B1F33"/>
                </a:solidFill>
                <a:latin typeface="Tahoma"/>
                <a:ea typeface="Tahoma"/>
                <a:cs typeface="Tahoma"/>
              </a:rPr>
              <a:t>ACK 409 DUPLICATE</a:t>
            </a:r>
          </a:p>
        </p:txBody>
      </p:sp>
      <p:sp>
        <p:nvSpPr>
          <p:cNvPr id="23" name="">
            <a:extLst xmlns:a="http://schemas.openxmlformats.org/drawingml/2006/main">
              <a:ext uri="{FF2B5EF4-FFF2-40B4-BE49-F238E27FC236}">
                <a16:creationId xmlns:a16="http://schemas.microsoft.com/office/drawing/2014/main" id="{026E0964-F402-4FD0-B6BA-27693C3A8548}"/>
              </a:ext>
            </a:extLst>
          </p:cNvPr>
          <p:cNvSpPr>
            <a:spLocks xmlns:a="http://schemas.openxmlformats.org/drawingml/2006/main" noGrp="1"/>
          </p:cNvSpPr>
          <p:nvPr/>
        </p:nvSpPr>
        <p:spPr>
          <a:xfrm xmlns:a="http://schemas.openxmlformats.org/drawingml/2006/main">
            <a:off x="3714750" y="53721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0000"/>
              </a:lnSpc>
              <a:buNone/>
              <a:defRPr sz="1350" b="0">
                <a:solidFill>
                  <a:srgbClr val="FF6B5E"/>
                </a:solidFill>
                <a:latin typeface="Tahoma"/>
                <a:ea typeface="Tahoma"/>
                <a:cs typeface="Tahoma"/>
              </a:defRPr>
            </a:pPr>
            <a:r>
              <a:rPr sz="1350" b="0">
                <a:solidFill>
                  <a:srgbClr val="FF6B5E"/>
                </a:solidFill>
                <a:latin typeface="Tahoma"/>
                <a:ea typeface="Tahoma"/>
                <a:cs typeface="Tahoma"/>
              </a:rPr>
              <a:t>delivery confirmed</a:t>
            </a:r>
          </a:p>
        </p:txBody>
      </p:sp>
      <p:sp>
        <p:nvSpPr>
          <p:cNvPr id="24" name="">
            <a:extLst xmlns:a="http://schemas.openxmlformats.org/drawingml/2006/main">
              <a:ext uri="{FF2B5EF4-FFF2-40B4-BE49-F238E27FC236}">
                <a16:creationId xmlns:a16="http://schemas.microsoft.com/office/drawing/2014/main" id="{70ED2848-322B-4E95-BC58-C237A40BF469}"/>
              </a:ext>
            </a:extLst>
          </p:cNvPr>
          <p:cNvSpPr>
            <a:spLocks xmlns:a="http://schemas.openxmlformats.org/drawingml/2006/main" noGrp="1"/>
          </p:cNvSpPr>
          <p:nvPr/>
        </p:nvSpPr>
        <p:spPr>
          <a:xfrm xmlns:a="http://schemas.openxmlformats.org/drawingml/2006/main">
            <a:off x="3048000" y="5857875"/>
            <a:ext cx="609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0000"/>
              </a:lnSpc>
              <a:buNone/>
              <a:defRPr sz="1800" b="1">
                <a:solidFill>
                  <a:srgbClr val="0B1F33"/>
                </a:solidFill>
                <a:latin typeface="Tahoma"/>
                <a:ea typeface="Tahoma"/>
                <a:cs typeface="Tahoma"/>
              </a:defRPr>
            </a:pPr>
            <a:r>
              <a:rPr sz="1800" b="1">
                <a:solidFill>
                  <a:srgbClr val="0B1F33"/>
                </a:solidFill>
                <a:latin typeface="Tahoma"/>
                <a:ea typeface="Tahoma"/>
                <a:cs typeface="Tahoma"/>
              </a:rPr>
              <a:t>Identity = session + sensor + type + sequence</a:t>
            </a:r>
          </a:p>
        </p:txBody>
      </p:sp>
    </p:spTree>
    <p:extLst>
      <p:ext uri="{BB962C8B-B14F-4D97-AF65-F5344CB8AC3E}">
        <p14:creationId xmlns:p14="http://schemas.microsoft.com/office/powerpoint/2010/main" val="1637189792"/>
      </p:ext>
    </p:extLst>
  </p:cSld>
</p:sld>
</file>

<file path=ppt/slides/slide9.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F7B34E82-7AB8-4308-AAF2-25E959FDA51D}"/>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0A6A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3A02306-C69B-4ADD-B247-FD72788EFC8B}"/>
              </a:ext>
            </a:extLst>
          </p:cNvPr>
          <p:cNvSpPr>
            <a:spLocks xmlns:a="http://schemas.openxmlformats.org/drawingml/2006/main" noGrp="1"/>
          </p:cNvSpPr>
          <p:nvPr/>
        </p:nvSpPr>
        <p:spPr>
          <a:xfrm xmlns:a="http://schemas.openxmlformats.org/drawingml/2006/main">
            <a:off x="685800" y="3619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050" b="1">
                <a:solidFill>
                  <a:srgbClr val="00A6A6"/>
                </a:solidFill>
                <a:latin typeface="Tahoma"/>
                <a:ea typeface="Tahoma"/>
                <a:cs typeface="Tahoma"/>
              </a:defRPr>
            </a:pPr>
            <a:r>
              <a:rPr sz="1050" b="1">
                <a:solidFill>
                  <a:srgbClr val="00A6A6"/>
                </a:solidFill>
                <a:latin typeface="Tahoma"/>
                <a:ea typeface="Tahoma"/>
                <a:cs typeface="Tahoma"/>
              </a:rPr>
              <a:t>CONCURRENCY</a:t>
            </a:r>
          </a:p>
        </p:txBody>
      </p:sp>
      <p:sp>
        <p:nvSpPr>
          <p:cNvPr id="3" name="">
            <a:extLst xmlns:a="http://schemas.openxmlformats.org/drawingml/2006/main">
              <a:ext uri="{FF2B5EF4-FFF2-40B4-BE49-F238E27FC236}">
                <a16:creationId xmlns:a16="http://schemas.microsoft.com/office/drawing/2014/main" id="{A8E1D1CE-96EB-4FA0-9B00-AAC1704CA401}"/>
              </a:ext>
            </a:extLst>
          </p:cNvPr>
          <p:cNvSpPr>
            <a:spLocks xmlns:a="http://schemas.openxmlformats.org/drawingml/2006/main" noGrp="1"/>
          </p:cNvSpPr>
          <p:nvPr/>
        </p:nvSpPr>
        <p:spPr>
          <a:xfrm xmlns:a="http://schemas.openxmlformats.org/drawingml/2006/main">
            <a:off x="685800" y="6667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3150" b="1">
                <a:solidFill>
                  <a:srgbClr val="0B1F33"/>
                </a:solidFill>
                <a:latin typeface="Tahoma"/>
                <a:ea typeface="Tahoma"/>
                <a:cs typeface="Tahoma"/>
              </a:defRPr>
            </a:pPr>
            <a:r>
              <a:rPr sz="3150" b="1">
                <a:solidFill>
                  <a:srgbClr val="0B1F33"/>
                </a:solidFill>
                <a:latin typeface="Tahoma"/>
                <a:ea typeface="Tahoma"/>
                <a:cs typeface="Tahoma"/>
              </a:rPr>
              <a:t>หลาย sensor • UDP port เดียว • state แยกด้วย session</a:t>
            </a:r>
          </a:p>
        </p:txBody>
      </p:sp>
      <p:sp>
        <p:nvSpPr>
          <p:cNvPr id="4" name="">
            <a:extLst xmlns:a="http://schemas.openxmlformats.org/drawingml/2006/main">
              <a:ext uri="{FF2B5EF4-FFF2-40B4-BE49-F238E27FC236}">
                <a16:creationId xmlns:a16="http://schemas.microsoft.com/office/drawing/2014/main" id="{7878AFF9-AE64-4EB9-B0F2-078769002A21}"/>
              </a:ext>
            </a:extLst>
          </p:cNvPr>
          <p:cNvSpPr>
            <a:spLocks xmlns:a="http://schemas.openxmlformats.org/drawingml/2006/main" noGrp="1"/>
          </p:cNvSpPr>
          <p:nvPr/>
        </p:nvSpPr>
        <p:spPr>
          <a:xfrm xmlns:a="http://schemas.openxmlformats.org/drawingml/2006/main">
            <a:off x="685800" y="1304925"/>
            <a:ext cx="10820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425" b="0">
                <a:solidFill>
                  <a:srgbClr val="5E7182"/>
                </a:solidFill>
                <a:latin typeface="Tahoma"/>
                <a:ea typeface="Tahoma"/>
                <a:cs typeface="Tahoma"/>
              </a:defRPr>
            </a:pPr>
            <a:r>
              <a:rPr sz="1425" b="0">
                <a:solidFill>
                  <a:srgbClr val="5E7182"/>
                </a:solidFill>
                <a:latin typeface="Tahoma"/>
                <a:ea typeface="Tahoma"/>
                <a:cs typeface="Tahoma"/>
              </a:rPr>
              <a:t>Server receiver ส่ง datagram เข้า worker pool และป้องกัน shared state ด้วย lock/condition</a:t>
            </a:r>
          </a:p>
        </p:txBody>
      </p:sp>
      <p:sp>
        <p:nvSpPr>
          <p:cNvPr id="5" name="">
            <a:extLst xmlns:a="http://schemas.openxmlformats.org/drawingml/2006/main">
              <a:ext uri="{FF2B5EF4-FFF2-40B4-BE49-F238E27FC236}">
                <a16:creationId xmlns:a16="http://schemas.microsoft.com/office/drawing/2014/main" id="{9F158BAB-1D69-4D1F-8524-FB62B66431B1}"/>
              </a:ext>
            </a:extLst>
          </p:cNvPr>
          <p:cNvSpPr>
            <a:spLocks xmlns:a="http://schemas.openxmlformats.org/drawingml/2006/main" noGrp="1"/>
          </p:cNvSpPr>
          <p:nvPr/>
        </p:nvSpPr>
        <p:spPr>
          <a:xfrm xmlns:a="http://schemas.openxmlformats.org/drawingml/2006/main">
            <a:off x="685800" y="6362700"/>
            <a:ext cx="10820400" cy="9525"/>
          </a:xfrm>
          <a:prstGeom xmlns:a="http://schemas.openxmlformats.org/drawingml/2006/main" prst="rect">
            <a:avLst/>
          </a:prstGeom>
          <a:solidFill xmlns:a="http://schemas.openxmlformats.org/drawingml/2006/main">
            <a:srgbClr val="D6E1E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F4452FA-A394-4B34-86C6-2F0F65CB2C78}"/>
              </a:ext>
            </a:extLst>
          </p:cNvPr>
          <p:cNvSpPr>
            <a:spLocks xmlns:a="http://schemas.openxmlformats.org/drawingml/2006/main" noGrp="1"/>
          </p:cNvSpPr>
          <p:nvPr/>
        </p:nvSpPr>
        <p:spPr>
          <a:xfrm xmlns:a="http://schemas.openxmlformats.org/drawingml/2006/main">
            <a:off x="685800" y="64579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050" b="1">
                <a:solidFill>
                  <a:srgbClr val="5E7182"/>
                </a:solidFill>
                <a:latin typeface="Tahoma"/>
                <a:ea typeface="Tahoma"/>
                <a:cs typeface="Tahoma"/>
              </a:defRPr>
            </a:pPr>
            <a:r>
              <a:rPr sz="1050" b="1">
                <a:solidFill>
                  <a:srgbClr val="5E7182"/>
                </a:solidFill>
                <a:latin typeface="Tahoma"/>
                <a:ea typeface="Tahoma"/>
                <a:cs typeface="Tahoma"/>
              </a:rPr>
              <a:t>DART v1</a:t>
            </a:r>
          </a:p>
        </p:txBody>
      </p:sp>
      <p:sp>
        <p:nvSpPr>
          <p:cNvPr id="7" name="">
            <a:extLst xmlns:a="http://schemas.openxmlformats.org/drawingml/2006/main">
              <a:ext uri="{FF2B5EF4-FFF2-40B4-BE49-F238E27FC236}">
                <a16:creationId xmlns:a16="http://schemas.microsoft.com/office/drawing/2014/main" id="{FF6837A6-56E2-4FA0-95D4-4C81033B8B14}"/>
              </a:ext>
            </a:extLst>
          </p:cNvPr>
          <p:cNvSpPr>
            <a:spLocks xmlns:a="http://schemas.openxmlformats.org/drawingml/2006/main" noGrp="1"/>
          </p:cNvSpPr>
          <p:nvPr/>
        </p:nvSpPr>
        <p:spPr>
          <a:xfrm xmlns:a="http://schemas.openxmlformats.org/drawingml/2006/main">
            <a:off x="10763250" y="6457950"/>
            <a:ext cx="742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0000"/>
              </a:lnSpc>
              <a:buNone/>
              <a:defRPr sz="1050" b="1">
                <a:solidFill>
                  <a:srgbClr val="5E7182"/>
                </a:solidFill>
                <a:latin typeface="Tahoma"/>
                <a:ea typeface="Tahoma"/>
                <a:cs typeface="Tahoma"/>
              </a:defRPr>
            </a:pPr>
            <a:r>
              <a:rPr sz="1050" b="1">
                <a:solidFill>
                  <a:srgbClr val="5E7182"/>
                </a:solidFill>
                <a:latin typeface="Tahoma"/>
                <a:ea typeface="Tahoma"/>
                <a:cs typeface="Tahoma"/>
              </a:rPr>
              <a:t>09</a:t>
            </a:r>
          </a:p>
        </p:txBody>
      </p:sp>
      <p:sp>
        <p:nvSpPr>
          <p:cNvPr id="8" name="">
            <a:extLst xmlns:a="http://schemas.openxmlformats.org/drawingml/2006/main">
              <a:ext uri="{FF2B5EF4-FFF2-40B4-BE49-F238E27FC236}">
                <a16:creationId xmlns:a16="http://schemas.microsoft.com/office/drawing/2014/main" id="{B47A66C4-9459-4EDD-A22F-E603897B5384}"/>
              </a:ext>
            </a:extLst>
          </p:cNvPr>
          <p:cNvSpPr>
            <a:spLocks xmlns:a="http://schemas.openxmlformats.org/drawingml/2006/main" noGrp="1"/>
          </p:cNvSpPr>
          <p:nvPr/>
        </p:nvSpPr>
        <p:spPr>
          <a:xfrm xmlns:a="http://schemas.openxmlformats.org/drawingml/2006/main">
            <a:off x="2333625" y="2447925"/>
            <a:ext cx="1714500" cy="209550"/>
          </a:xfrm>
          <a:prstGeom xmlns:a="http://schemas.openxmlformats.org/drawingml/2006/main" prst="rightArrow">
            <a:avLst/>
          </a:prstGeom>
          <a:solidFill xmlns:a="http://schemas.openxmlformats.org/drawingml/2006/main">
            <a:srgbClr val="A9DAD5"/>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20C93CD-8872-48AA-A680-BBD086DCAF37}"/>
              </a:ext>
            </a:extLst>
          </p:cNvPr>
          <p:cNvSpPr>
            <a:spLocks xmlns:a="http://schemas.openxmlformats.org/drawingml/2006/main" noGrp="1"/>
          </p:cNvSpPr>
          <p:nvPr/>
        </p:nvSpPr>
        <p:spPr>
          <a:xfrm xmlns:a="http://schemas.openxmlformats.org/drawingml/2006/main">
            <a:off x="2333625" y="3495675"/>
            <a:ext cx="1714500" cy="209550"/>
          </a:xfrm>
          <a:prstGeom xmlns:a="http://schemas.openxmlformats.org/drawingml/2006/main" prst="rightArrow">
            <a:avLst/>
          </a:prstGeom>
          <a:solidFill xmlns:a="http://schemas.openxmlformats.org/drawingml/2006/main">
            <a:srgbClr val="A9DAD5"/>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BB3049A-10F3-480D-ABC8-13DF2C20FE11}"/>
              </a:ext>
            </a:extLst>
          </p:cNvPr>
          <p:cNvSpPr>
            <a:spLocks xmlns:a="http://schemas.openxmlformats.org/drawingml/2006/main" noGrp="1"/>
          </p:cNvSpPr>
          <p:nvPr/>
        </p:nvSpPr>
        <p:spPr>
          <a:xfrm xmlns:a="http://schemas.openxmlformats.org/drawingml/2006/main">
            <a:off x="2333625" y="4543425"/>
            <a:ext cx="1714500" cy="209550"/>
          </a:xfrm>
          <a:prstGeom xmlns:a="http://schemas.openxmlformats.org/drawingml/2006/main" prst="rightArrow">
            <a:avLst/>
          </a:prstGeom>
          <a:solidFill xmlns:a="http://schemas.openxmlformats.org/drawingml/2006/main">
            <a:srgbClr val="A9DAD5"/>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A07B721-D195-4DCD-B739-13A4E03EFA35}"/>
              </a:ext>
            </a:extLst>
          </p:cNvPr>
          <p:cNvSpPr>
            <a:spLocks xmlns:a="http://schemas.openxmlformats.org/drawingml/2006/main" noGrp="1"/>
          </p:cNvSpPr>
          <p:nvPr/>
        </p:nvSpPr>
        <p:spPr>
          <a:xfrm xmlns:a="http://schemas.openxmlformats.org/drawingml/2006/main">
            <a:off x="5810250" y="3238500"/>
            <a:ext cx="1619250" cy="266700"/>
          </a:xfrm>
          <a:prstGeom xmlns:a="http://schemas.openxmlformats.org/drawingml/2006/main" prst="rightArrow">
            <a:avLst/>
          </a:prstGeom>
          <a:solidFill xmlns:a="http://schemas.openxmlformats.org/drawingml/2006/main">
            <a:srgbClr val="00A6A6"/>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FFC3D04-1C97-49F3-BA3C-18FF9281FEE4}"/>
              </a:ext>
            </a:extLst>
          </p:cNvPr>
          <p:cNvSpPr>
            <a:spLocks xmlns:a="http://schemas.openxmlformats.org/drawingml/2006/main" noGrp="1"/>
          </p:cNvSpPr>
          <p:nvPr/>
        </p:nvSpPr>
        <p:spPr>
          <a:xfrm xmlns:a="http://schemas.openxmlformats.org/drawingml/2006/main">
            <a:off x="8953500" y="2476500"/>
            <a:ext cx="1143000" cy="190500"/>
          </a:xfrm>
          <a:prstGeom xmlns:a="http://schemas.openxmlformats.org/drawingml/2006/main" prst="rightArrow">
            <a:avLst/>
          </a:prstGeom>
          <a:solidFill xmlns:a="http://schemas.openxmlformats.org/drawingml/2006/main">
            <a:srgbClr val="F3B6AE"/>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55401252-7E0C-42AE-AF64-631B74A01B06}"/>
              </a:ext>
            </a:extLst>
          </p:cNvPr>
          <p:cNvSpPr>
            <a:spLocks xmlns:a="http://schemas.openxmlformats.org/drawingml/2006/main" noGrp="1"/>
          </p:cNvSpPr>
          <p:nvPr/>
        </p:nvSpPr>
        <p:spPr>
          <a:xfrm xmlns:a="http://schemas.openxmlformats.org/drawingml/2006/main">
            <a:off x="8953500" y="3476625"/>
            <a:ext cx="1143000" cy="190500"/>
          </a:xfrm>
          <a:prstGeom xmlns:a="http://schemas.openxmlformats.org/drawingml/2006/main" prst="rightArrow">
            <a:avLst/>
          </a:prstGeom>
          <a:solidFill xmlns:a="http://schemas.openxmlformats.org/drawingml/2006/main">
            <a:srgbClr val="F3B6AE"/>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425AD35-9B50-4504-9457-34063531B5C7}"/>
              </a:ext>
            </a:extLst>
          </p:cNvPr>
          <p:cNvSpPr>
            <a:spLocks xmlns:a="http://schemas.openxmlformats.org/drawingml/2006/main" noGrp="1"/>
          </p:cNvSpPr>
          <p:nvPr/>
        </p:nvSpPr>
        <p:spPr>
          <a:xfrm xmlns:a="http://schemas.openxmlformats.org/drawingml/2006/main">
            <a:off x="8953500" y="4476750"/>
            <a:ext cx="1143000" cy="190500"/>
          </a:xfrm>
          <a:prstGeom xmlns:a="http://schemas.openxmlformats.org/drawingml/2006/main" prst="rightArrow">
            <a:avLst/>
          </a:prstGeom>
          <a:solidFill xmlns:a="http://schemas.openxmlformats.org/drawingml/2006/main">
            <a:srgbClr val="F3B6AE"/>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E776BA9F-9BAC-431C-8EB2-AC11E4D16770}"/>
              </a:ext>
            </a:extLst>
          </p:cNvPr>
          <p:cNvSpPr>
            <a:spLocks xmlns:a="http://schemas.openxmlformats.org/drawingml/2006/main" noGrp="1"/>
          </p:cNvSpPr>
          <p:nvPr/>
        </p:nvSpPr>
        <p:spPr>
          <a:xfrm xmlns:a="http://schemas.openxmlformats.org/drawingml/2006/main">
            <a:off x="685800" y="2047875"/>
            <a:ext cx="1714500"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9050">
            <a:solidFill>
              <a:srgbClr val="D6E1E8"/>
            </a:solidFill>
            <a:prstDash val="solid"/>
          </a:ln>
        </p:spPr>
      </p:sp>
      <p:sp>
        <p:nvSpPr>
          <p:cNvPr id="16" name="">
            <a:extLst xmlns:a="http://schemas.openxmlformats.org/drawingml/2006/main">
              <a:ext uri="{FF2B5EF4-FFF2-40B4-BE49-F238E27FC236}">
                <a16:creationId xmlns:a16="http://schemas.microsoft.com/office/drawing/2014/main" id="{E01694D5-194A-4AB6-BC9C-2EE815E39D2F}"/>
              </a:ext>
            </a:extLst>
          </p:cNvPr>
          <p:cNvSpPr>
            <a:spLocks xmlns:a="http://schemas.openxmlformats.org/drawingml/2006/main" noGrp="1"/>
          </p:cNvSpPr>
          <p:nvPr/>
        </p:nvSpPr>
        <p:spPr>
          <a:xfrm xmlns:a="http://schemas.openxmlformats.org/drawingml/2006/main">
            <a:off x="828675" y="2219325"/>
            <a:ext cx="1428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0000"/>
              </a:lnSpc>
              <a:buNone/>
              <a:defRPr sz="1650" b="1">
                <a:solidFill>
                  <a:srgbClr val="0B1F33"/>
                </a:solidFill>
                <a:latin typeface="Tahoma"/>
                <a:ea typeface="Tahoma"/>
                <a:cs typeface="Tahoma"/>
              </a:defRPr>
            </a:pPr>
            <a:r>
              <a:rPr sz="1650" b="1">
                <a:solidFill>
                  <a:srgbClr val="0B1F33"/>
                </a:solidFill>
                <a:latin typeface="Tahoma"/>
                <a:ea typeface="Tahoma"/>
                <a:cs typeface="Tahoma"/>
              </a:rPr>
              <a:t>Sensor 1</a:t>
            </a:r>
          </a:p>
          <a:p xmlns:a="http://schemas.openxmlformats.org/drawingml/2006/main">
            <a:pPr algn="ctr">
              <a:lnSpc>
                <a:spcPct val="100000"/>
              </a:lnSpc>
              <a:buNone/>
              <a:defRPr sz="1650" b="1">
                <a:solidFill>
                  <a:srgbClr val="0B1F33"/>
                </a:solidFill>
                <a:latin typeface="Tahoma"/>
                <a:ea typeface="Tahoma"/>
                <a:cs typeface="Tahoma"/>
              </a:defRPr>
            </a:pPr>
            <a:r>
              <a:rPr sz="1650" b="1">
                <a:solidFill>
                  <a:srgbClr val="0B1F33"/>
                </a:solidFill>
                <a:latin typeface="Tahoma"/>
                <a:ea typeface="Tahoma"/>
                <a:cs typeface="Tahoma"/>
              </a:rPr>
              <a:t>session A</a:t>
            </a:r>
          </a:p>
        </p:txBody>
      </p:sp>
      <p:sp>
        <p:nvSpPr>
          <p:cNvPr id="17" name="">
            <a:extLst xmlns:a="http://schemas.openxmlformats.org/drawingml/2006/main">
              <a:ext uri="{FF2B5EF4-FFF2-40B4-BE49-F238E27FC236}">
                <a16:creationId xmlns:a16="http://schemas.microsoft.com/office/drawing/2014/main" id="{634F531A-16DC-4D07-BAFF-A74F018FE8C0}"/>
              </a:ext>
            </a:extLst>
          </p:cNvPr>
          <p:cNvSpPr>
            <a:spLocks xmlns:a="http://schemas.openxmlformats.org/drawingml/2006/main" noGrp="1"/>
          </p:cNvSpPr>
          <p:nvPr/>
        </p:nvSpPr>
        <p:spPr>
          <a:xfrm xmlns:a="http://schemas.openxmlformats.org/drawingml/2006/main">
            <a:off x="685800" y="3095625"/>
            <a:ext cx="1714500"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9050">
            <a:solidFill>
              <a:srgbClr val="D6E1E8"/>
            </a:solidFill>
            <a:prstDash val="solid"/>
          </a:ln>
        </p:spPr>
      </p:sp>
      <p:sp>
        <p:nvSpPr>
          <p:cNvPr id="18" name="">
            <a:extLst xmlns:a="http://schemas.openxmlformats.org/drawingml/2006/main">
              <a:ext uri="{FF2B5EF4-FFF2-40B4-BE49-F238E27FC236}">
                <a16:creationId xmlns:a16="http://schemas.microsoft.com/office/drawing/2014/main" id="{C8EACCD0-AF29-4591-A69D-040EC0FEDBE6}"/>
              </a:ext>
            </a:extLst>
          </p:cNvPr>
          <p:cNvSpPr>
            <a:spLocks xmlns:a="http://schemas.openxmlformats.org/drawingml/2006/main" noGrp="1"/>
          </p:cNvSpPr>
          <p:nvPr/>
        </p:nvSpPr>
        <p:spPr>
          <a:xfrm xmlns:a="http://schemas.openxmlformats.org/drawingml/2006/main">
            <a:off x="828675" y="3267075"/>
            <a:ext cx="1428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0000"/>
              </a:lnSpc>
              <a:buNone/>
              <a:defRPr sz="1650" b="1">
                <a:solidFill>
                  <a:srgbClr val="0B1F33"/>
                </a:solidFill>
                <a:latin typeface="Tahoma"/>
                <a:ea typeface="Tahoma"/>
                <a:cs typeface="Tahoma"/>
              </a:defRPr>
            </a:pPr>
            <a:r>
              <a:rPr sz="1650" b="1">
                <a:solidFill>
                  <a:srgbClr val="0B1F33"/>
                </a:solidFill>
                <a:latin typeface="Tahoma"/>
                <a:ea typeface="Tahoma"/>
                <a:cs typeface="Tahoma"/>
              </a:rPr>
              <a:t>Sensor 2</a:t>
            </a:r>
          </a:p>
          <a:p xmlns:a="http://schemas.openxmlformats.org/drawingml/2006/main">
            <a:pPr algn="ctr">
              <a:lnSpc>
                <a:spcPct val="100000"/>
              </a:lnSpc>
              <a:buNone/>
              <a:defRPr sz="1650" b="1">
                <a:solidFill>
                  <a:srgbClr val="0B1F33"/>
                </a:solidFill>
                <a:latin typeface="Tahoma"/>
                <a:ea typeface="Tahoma"/>
                <a:cs typeface="Tahoma"/>
              </a:defRPr>
            </a:pPr>
            <a:r>
              <a:rPr sz="1650" b="1">
                <a:solidFill>
                  <a:srgbClr val="0B1F33"/>
                </a:solidFill>
                <a:latin typeface="Tahoma"/>
                <a:ea typeface="Tahoma"/>
                <a:cs typeface="Tahoma"/>
              </a:rPr>
              <a:t>session B</a:t>
            </a:r>
          </a:p>
        </p:txBody>
      </p:sp>
      <p:sp>
        <p:nvSpPr>
          <p:cNvPr id="19" name="">
            <a:extLst xmlns:a="http://schemas.openxmlformats.org/drawingml/2006/main">
              <a:ext uri="{FF2B5EF4-FFF2-40B4-BE49-F238E27FC236}">
                <a16:creationId xmlns:a16="http://schemas.microsoft.com/office/drawing/2014/main" id="{A5A4A900-CB4A-4680-BBC9-35D2E6BC9B49}"/>
              </a:ext>
            </a:extLst>
          </p:cNvPr>
          <p:cNvSpPr>
            <a:spLocks xmlns:a="http://schemas.openxmlformats.org/drawingml/2006/main" noGrp="1"/>
          </p:cNvSpPr>
          <p:nvPr/>
        </p:nvSpPr>
        <p:spPr>
          <a:xfrm xmlns:a="http://schemas.openxmlformats.org/drawingml/2006/main">
            <a:off x="685800" y="4143375"/>
            <a:ext cx="1714500"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9050">
            <a:solidFill>
              <a:srgbClr val="D6E1E8"/>
            </a:solidFill>
            <a:prstDash val="solid"/>
          </a:ln>
        </p:spPr>
      </p:sp>
      <p:sp>
        <p:nvSpPr>
          <p:cNvPr id="20" name="">
            <a:extLst xmlns:a="http://schemas.openxmlformats.org/drawingml/2006/main">
              <a:ext uri="{FF2B5EF4-FFF2-40B4-BE49-F238E27FC236}">
                <a16:creationId xmlns:a16="http://schemas.microsoft.com/office/drawing/2014/main" id="{73378962-5CED-4069-BFD7-57538B90E593}"/>
              </a:ext>
            </a:extLst>
          </p:cNvPr>
          <p:cNvSpPr>
            <a:spLocks xmlns:a="http://schemas.openxmlformats.org/drawingml/2006/main" noGrp="1"/>
          </p:cNvSpPr>
          <p:nvPr/>
        </p:nvSpPr>
        <p:spPr>
          <a:xfrm xmlns:a="http://schemas.openxmlformats.org/drawingml/2006/main">
            <a:off x="828675" y="4314825"/>
            <a:ext cx="1428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0000"/>
              </a:lnSpc>
              <a:buNone/>
              <a:defRPr sz="1650" b="1">
                <a:solidFill>
                  <a:srgbClr val="0B1F33"/>
                </a:solidFill>
                <a:latin typeface="Tahoma"/>
                <a:ea typeface="Tahoma"/>
                <a:cs typeface="Tahoma"/>
              </a:defRPr>
            </a:pPr>
            <a:r>
              <a:rPr sz="1650" b="1">
                <a:solidFill>
                  <a:srgbClr val="0B1F33"/>
                </a:solidFill>
                <a:latin typeface="Tahoma"/>
                <a:ea typeface="Tahoma"/>
                <a:cs typeface="Tahoma"/>
              </a:rPr>
              <a:t>Sensor 3</a:t>
            </a:r>
          </a:p>
          <a:p xmlns:a="http://schemas.openxmlformats.org/drawingml/2006/main">
            <a:pPr algn="ctr">
              <a:lnSpc>
                <a:spcPct val="100000"/>
              </a:lnSpc>
              <a:buNone/>
              <a:defRPr sz="1650" b="1">
                <a:solidFill>
                  <a:srgbClr val="0B1F33"/>
                </a:solidFill>
                <a:latin typeface="Tahoma"/>
                <a:ea typeface="Tahoma"/>
                <a:cs typeface="Tahoma"/>
              </a:defRPr>
            </a:pPr>
            <a:r>
              <a:rPr sz="1650" b="1">
                <a:solidFill>
                  <a:srgbClr val="0B1F33"/>
                </a:solidFill>
                <a:latin typeface="Tahoma"/>
                <a:ea typeface="Tahoma"/>
                <a:cs typeface="Tahoma"/>
              </a:rPr>
              <a:t>session C</a:t>
            </a:r>
          </a:p>
        </p:txBody>
      </p:sp>
      <p:sp>
        <p:nvSpPr>
          <p:cNvPr id="21" name="">
            <a:extLst xmlns:a="http://schemas.openxmlformats.org/drawingml/2006/main">
              <a:ext uri="{FF2B5EF4-FFF2-40B4-BE49-F238E27FC236}">
                <a16:creationId xmlns:a16="http://schemas.microsoft.com/office/drawing/2014/main" id="{C382A0E2-D184-45EF-B339-5195FD8EBE69}"/>
              </a:ext>
            </a:extLst>
          </p:cNvPr>
          <p:cNvSpPr>
            <a:spLocks xmlns:a="http://schemas.openxmlformats.org/drawingml/2006/main" noGrp="1"/>
          </p:cNvSpPr>
          <p:nvPr/>
        </p:nvSpPr>
        <p:spPr>
          <a:xfrm xmlns:a="http://schemas.openxmlformats.org/drawingml/2006/main">
            <a:off x="4048125" y="2714625"/>
            <a:ext cx="1952625" cy="1428750"/>
          </a:xfrm>
          <a:prstGeom xmlns:a="http://schemas.openxmlformats.org/drawingml/2006/main" prst="roundRect">
            <a:avLst>
              <a:gd name="adj" fmla="val 8000"/>
            </a:avLst>
          </a:prstGeom>
          <a:solidFill xmlns:a="http://schemas.openxmlformats.org/drawingml/2006/main">
            <a:srgbClr val="0B1F33"/>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39DA9914-F01C-4A37-A62E-036B96463E0E}"/>
              </a:ext>
            </a:extLst>
          </p:cNvPr>
          <p:cNvSpPr>
            <a:spLocks xmlns:a="http://schemas.openxmlformats.org/drawingml/2006/main" noGrp="1"/>
          </p:cNvSpPr>
          <p:nvPr/>
        </p:nvSpPr>
        <p:spPr>
          <a:xfrm xmlns:a="http://schemas.openxmlformats.org/drawingml/2006/main">
            <a:off x="4286250" y="3048000"/>
            <a:ext cx="1476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0000"/>
              </a:lnSpc>
              <a:buNone/>
              <a:defRPr sz="2100" b="1">
                <a:solidFill>
                  <a:srgbClr val="FFFFFF"/>
                </a:solidFill>
                <a:latin typeface="Tahoma"/>
                <a:ea typeface="Tahoma"/>
                <a:cs typeface="Tahoma"/>
              </a:defRPr>
            </a:pPr>
            <a:r>
              <a:rPr sz="2100" b="1">
                <a:solidFill>
                  <a:srgbClr val="FFFFFF"/>
                </a:solidFill>
                <a:latin typeface="Tahoma"/>
                <a:ea typeface="Tahoma"/>
                <a:cs typeface="Tahoma"/>
              </a:rPr>
              <a:t>UDP :9999</a:t>
            </a:r>
          </a:p>
          <a:p xmlns:a="http://schemas.openxmlformats.org/drawingml/2006/main">
            <a:pPr algn="ctr">
              <a:lnSpc>
                <a:spcPct val="100000"/>
              </a:lnSpc>
              <a:buNone/>
              <a:defRPr sz="2100" b="1">
                <a:solidFill>
                  <a:srgbClr val="FFFFFF"/>
                </a:solidFill>
                <a:latin typeface="Tahoma"/>
                <a:ea typeface="Tahoma"/>
                <a:cs typeface="Tahoma"/>
              </a:defRPr>
            </a:pPr>
            <a:r>
              <a:rPr sz="2100" b="1">
                <a:solidFill>
                  <a:srgbClr val="FFFFFF"/>
                </a:solidFill>
                <a:latin typeface="Tahoma"/>
                <a:ea typeface="Tahoma"/>
                <a:cs typeface="Tahoma"/>
              </a:rPr>
              <a:t>receiver</a:t>
            </a:r>
          </a:p>
        </p:txBody>
      </p:sp>
      <p:sp>
        <p:nvSpPr>
          <p:cNvPr id="23" name="">
            <a:extLst xmlns:a="http://schemas.openxmlformats.org/drawingml/2006/main">
              <a:ext uri="{FF2B5EF4-FFF2-40B4-BE49-F238E27FC236}">
                <a16:creationId xmlns:a16="http://schemas.microsoft.com/office/drawing/2014/main" id="{C6A11A73-B6D8-4CE9-8E89-FFBB15913774}"/>
              </a:ext>
            </a:extLst>
          </p:cNvPr>
          <p:cNvSpPr>
            <a:spLocks xmlns:a="http://schemas.openxmlformats.org/drawingml/2006/main" noGrp="1"/>
          </p:cNvSpPr>
          <p:nvPr/>
        </p:nvSpPr>
        <p:spPr>
          <a:xfrm xmlns:a="http://schemas.openxmlformats.org/drawingml/2006/main">
            <a:off x="7429500" y="2714625"/>
            <a:ext cx="1809750" cy="1428750"/>
          </a:xfrm>
          <a:prstGeom xmlns:a="http://schemas.openxmlformats.org/drawingml/2006/main" prst="roundRect">
            <a:avLst>
              <a:gd name="adj" fmla="val 8000"/>
            </a:avLst>
          </a:prstGeom>
          <a:solidFill xmlns:a="http://schemas.openxmlformats.org/drawingml/2006/main">
            <a:srgbClr val="E8F6F4"/>
          </a:solidFill>
          <a:ln xmlns:a="http://schemas.openxmlformats.org/drawingml/2006/main" w="19050">
            <a:solidFill>
              <a:srgbClr val="00A6A6"/>
            </a:solidFill>
            <a:prstDash val="solid"/>
          </a:ln>
        </p:spPr>
      </p:sp>
      <p:sp>
        <p:nvSpPr>
          <p:cNvPr id="24" name="">
            <a:extLst xmlns:a="http://schemas.openxmlformats.org/drawingml/2006/main">
              <a:ext uri="{FF2B5EF4-FFF2-40B4-BE49-F238E27FC236}">
                <a16:creationId xmlns:a16="http://schemas.microsoft.com/office/drawing/2014/main" id="{464CFB43-8CA8-4510-88C5-D84A4848B705}"/>
              </a:ext>
            </a:extLst>
          </p:cNvPr>
          <p:cNvSpPr>
            <a:spLocks xmlns:a="http://schemas.openxmlformats.org/drawingml/2006/main" noGrp="1"/>
          </p:cNvSpPr>
          <p:nvPr/>
        </p:nvSpPr>
        <p:spPr>
          <a:xfrm xmlns:a="http://schemas.openxmlformats.org/drawingml/2006/main">
            <a:off x="7667625" y="3048000"/>
            <a:ext cx="1333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85824"/>
          </a:bodyPr>
          <a:lstStyle xmlns:a="http://schemas.openxmlformats.org/drawingml/2006/main"/>
          <a:p xmlns:a="http://schemas.openxmlformats.org/drawingml/2006/main">
            <a:pPr algn="ctr">
              <a:lnSpc>
                <a:spcPct val="100000"/>
              </a:lnSpc>
              <a:buNone/>
              <a:defRPr sz="2025" b="1">
                <a:solidFill>
                  <a:srgbClr val="0B1F33"/>
                </a:solidFill>
                <a:latin typeface="Tahoma"/>
                <a:ea typeface="Tahoma"/>
                <a:cs typeface="Tahoma"/>
              </a:defRPr>
            </a:pPr>
            <a:r>
              <a:rPr sz="2025" b="1">
                <a:solidFill>
                  <a:srgbClr val="0B1F33"/>
                </a:solidFill>
                <a:latin typeface="Tahoma"/>
                <a:ea typeface="Tahoma"/>
                <a:cs typeface="Tahoma"/>
              </a:rPr>
              <a:t>worker pool</a:t>
            </a:r>
          </a:p>
          <a:p xmlns:a="http://schemas.openxmlformats.org/drawingml/2006/main">
            <a:pPr algn="ctr">
              <a:lnSpc>
                <a:spcPct val="100000"/>
              </a:lnSpc>
              <a:buNone/>
              <a:defRPr sz="2025" b="1">
                <a:solidFill>
                  <a:srgbClr val="0B1F33"/>
                </a:solidFill>
                <a:latin typeface="Tahoma"/>
                <a:ea typeface="Tahoma"/>
                <a:cs typeface="Tahoma"/>
              </a:defRPr>
            </a:pPr>
            <a:r>
              <a:rPr sz="2025" b="1">
                <a:solidFill>
                  <a:srgbClr val="0B1F33"/>
                </a:solidFill>
                <a:latin typeface="Tahoma"/>
                <a:ea typeface="Tahoma"/>
                <a:cs typeface="Tahoma"/>
              </a:rPr>
              <a:t>8 threads</a:t>
            </a:r>
          </a:p>
        </p:txBody>
      </p:sp>
      <p:sp>
        <p:nvSpPr>
          <p:cNvPr id="25" name="">
            <a:extLst xmlns:a="http://schemas.openxmlformats.org/drawingml/2006/main">
              <a:ext uri="{FF2B5EF4-FFF2-40B4-BE49-F238E27FC236}">
                <a16:creationId xmlns:a16="http://schemas.microsoft.com/office/drawing/2014/main" id="{30A6681F-E350-4EA3-96BB-C9030E5F30F6}"/>
              </a:ext>
            </a:extLst>
          </p:cNvPr>
          <p:cNvSpPr>
            <a:spLocks xmlns:a="http://schemas.openxmlformats.org/drawingml/2006/main" noGrp="1"/>
          </p:cNvSpPr>
          <p:nvPr/>
        </p:nvSpPr>
        <p:spPr>
          <a:xfrm xmlns:a="http://schemas.openxmlformats.org/drawingml/2006/main">
            <a:off x="10096500" y="2190750"/>
            <a:ext cx="14287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9525">
            <a:solidFill>
              <a:srgbClr val="D6E1E8"/>
            </a:solidFill>
            <a:prstDash val="solid"/>
          </a:ln>
        </p:spPr>
      </p:sp>
      <p:sp>
        <p:nvSpPr>
          <p:cNvPr id="26" name="">
            <a:extLst xmlns:a="http://schemas.openxmlformats.org/drawingml/2006/main">
              <a:ext uri="{FF2B5EF4-FFF2-40B4-BE49-F238E27FC236}">
                <a16:creationId xmlns:a16="http://schemas.microsoft.com/office/drawing/2014/main" id="{54F335E4-F737-4214-9694-36B97A20D915}"/>
              </a:ext>
            </a:extLst>
          </p:cNvPr>
          <p:cNvSpPr>
            <a:spLocks xmlns:a="http://schemas.openxmlformats.org/drawingml/2006/main" noGrp="1"/>
          </p:cNvSpPr>
          <p:nvPr/>
        </p:nvSpPr>
        <p:spPr>
          <a:xfrm xmlns:a="http://schemas.openxmlformats.org/drawingml/2006/main">
            <a:off x="10191750" y="2362200"/>
            <a:ext cx="123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264"/>
          </a:bodyPr>
          <a:lstStyle xmlns:a="http://schemas.openxmlformats.org/drawingml/2006/main"/>
          <a:p xmlns:a="http://schemas.openxmlformats.org/drawingml/2006/main">
            <a:pPr algn="ctr">
              <a:lnSpc>
                <a:spcPct val="100000"/>
              </a:lnSpc>
              <a:buNone/>
              <a:defRPr sz="1350" b="1">
                <a:solidFill>
                  <a:srgbClr val="0B1F33"/>
                </a:solidFill>
                <a:latin typeface="Tahoma"/>
                <a:ea typeface="Tahoma"/>
                <a:cs typeface="Tahoma"/>
              </a:defRPr>
            </a:pPr>
            <a:r>
              <a:rPr sz="1350" b="1">
                <a:solidFill>
                  <a:srgbClr val="0B1F33"/>
                </a:solidFill>
                <a:latin typeface="Tahoma"/>
                <a:ea typeface="Tahoma"/>
                <a:cs typeface="Tahoma"/>
              </a:rPr>
              <a:t>session A state</a:t>
            </a:r>
          </a:p>
        </p:txBody>
      </p:sp>
      <p:sp>
        <p:nvSpPr>
          <p:cNvPr id="27" name="">
            <a:extLst xmlns:a="http://schemas.openxmlformats.org/drawingml/2006/main">
              <a:ext uri="{FF2B5EF4-FFF2-40B4-BE49-F238E27FC236}">
                <a16:creationId xmlns:a16="http://schemas.microsoft.com/office/drawing/2014/main" id="{AC9D45E9-24A7-411A-BB2F-91D2BC327EB4}"/>
              </a:ext>
            </a:extLst>
          </p:cNvPr>
          <p:cNvSpPr>
            <a:spLocks xmlns:a="http://schemas.openxmlformats.org/drawingml/2006/main" noGrp="1"/>
          </p:cNvSpPr>
          <p:nvPr/>
        </p:nvSpPr>
        <p:spPr>
          <a:xfrm xmlns:a="http://schemas.openxmlformats.org/drawingml/2006/main">
            <a:off x="10096500" y="3238500"/>
            <a:ext cx="14287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9525">
            <a:solidFill>
              <a:srgbClr val="D6E1E8"/>
            </a:solidFill>
            <a:prstDash val="solid"/>
          </a:ln>
        </p:spPr>
      </p:sp>
      <p:sp>
        <p:nvSpPr>
          <p:cNvPr id="28" name="">
            <a:extLst xmlns:a="http://schemas.openxmlformats.org/drawingml/2006/main">
              <a:ext uri="{FF2B5EF4-FFF2-40B4-BE49-F238E27FC236}">
                <a16:creationId xmlns:a16="http://schemas.microsoft.com/office/drawing/2014/main" id="{113C30BD-73F1-4CC7-9A97-5FEE4DD56BB8}"/>
              </a:ext>
            </a:extLst>
          </p:cNvPr>
          <p:cNvSpPr>
            <a:spLocks xmlns:a="http://schemas.openxmlformats.org/drawingml/2006/main" noGrp="1"/>
          </p:cNvSpPr>
          <p:nvPr/>
        </p:nvSpPr>
        <p:spPr>
          <a:xfrm xmlns:a="http://schemas.openxmlformats.org/drawingml/2006/main">
            <a:off x="10191750" y="3409950"/>
            <a:ext cx="123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264"/>
          </a:bodyPr>
          <a:lstStyle xmlns:a="http://schemas.openxmlformats.org/drawingml/2006/main"/>
          <a:p xmlns:a="http://schemas.openxmlformats.org/drawingml/2006/main">
            <a:pPr algn="ctr">
              <a:lnSpc>
                <a:spcPct val="100000"/>
              </a:lnSpc>
              <a:buNone/>
              <a:defRPr sz="1350" b="1">
                <a:solidFill>
                  <a:srgbClr val="0B1F33"/>
                </a:solidFill>
                <a:latin typeface="Tahoma"/>
                <a:ea typeface="Tahoma"/>
                <a:cs typeface="Tahoma"/>
              </a:defRPr>
            </a:pPr>
            <a:r>
              <a:rPr sz="1350" b="1">
                <a:solidFill>
                  <a:srgbClr val="0B1F33"/>
                </a:solidFill>
                <a:latin typeface="Tahoma"/>
                <a:ea typeface="Tahoma"/>
                <a:cs typeface="Tahoma"/>
              </a:rPr>
              <a:t>session B state</a:t>
            </a:r>
          </a:p>
        </p:txBody>
      </p:sp>
      <p:sp>
        <p:nvSpPr>
          <p:cNvPr id="29" name="">
            <a:extLst xmlns:a="http://schemas.openxmlformats.org/drawingml/2006/main">
              <a:ext uri="{FF2B5EF4-FFF2-40B4-BE49-F238E27FC236}">
                <a16:creationId xmlns:a16="http://schemas.microsoft.com/office/drawing/2014/main" id="{848A61DB-73EC-4550-80CC-ADB28E115F0C}"/>
              </a:ext>
            </a:extLst>
          </p:cNvPr>
          <p:cNvSpPr>
            <a:spLocks xmlns:a="http://schemas.openxmlformats.org/drawingml/2006/main" noGrp="1"/>
          </p:cNvSpPr>
          <p:nvPr/>
        </p:nvSpPr>
        <p:spPr>
          <a:xfrm xmlns:a="http://schemas.openxmlformats.org/drawingml/2006/main">
            <a:off x="10096500" y="4286250"/>
            <a:ext cx="14287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9525">
            <a:solidFill>
              <a:srgbClr val="D6E1E8"/>
            </a:solidFill>
            <a:prstDash val="solid"/>
          </a:ln>
        </p:spPr>
      </p:sp>
      <p:sp>
        <p:nvSpPr>
          <p:cNvPr id="30" name="">
            <a:extLst xmlns:a="http://schemas.openxmlformats.org/drawingml/2006/main">
              <a:ext uri="{FF2B5EF4-FFF2-40B4-BE49-F238E27FC236}">
                <a16:creationId xmlns:a16="http://schemas.microsoft.com/office/drawing/2014/main" id="{A8E08898-4972-44A7-AC89-CBCD8829FEE7}"/>
              </a:ext>
            </a:extLst>
          </p:cNvPr>
          <p:cNvSpPr>
            <a:spLocks xmlns:a="http://schemas.openxmlformats.org/drawingml/2006/main" noGrp="1"/>
          </p:cNvSpPr>
          <p:nvPr/>
        </p:nvSpPr>
        <p:spPr>
          <a:xfrm xmlns:a="http://schemas.openxmlformats.org/drawingml/2006/main">
            <a:off x="10191750" y="4457700"/>
            <a:ext cx="123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419"/>
          </a:bodyPr>
          <a:lstStyle xmlns:a="http://schemas.openxmlformats.org/drawingml/2006/main"/>
          <a:p xmlns:a="http://schemas.openxmlformats.org/drawingml/2006/main">
            <a:pPr algn="ctr">
              <a:lnSpc>
                <a:spcPct val="100000"/>
              </a:lnSpc>
              <a:buNone/>
              <a:defRPr sz="1350" b="1">
                <a:solidFill>
                  <a:srgbClr val="0B1F33"/>
                </a:solidFill>
                <a:latin typeface="Tahoma"/>
                <a:ea typeface="Tahoma"/>
                <a:cs typeface="Tahoma"/>
              </a:defRPr>
            </a:pPr>
            <a:r>
              <a:rPr sz="1350" b="1">
                <a:solidFill>
                  <a:srgbClr val="0B1F33"/>
                </a:solidFill>
                <a:latin typeface="Tahoma"/>
                <a:ea typeface="Tahoma"/>
                <a:cs typeface="Tahoma"/>
              </a:rPr>
              <a:t>session C state</a:t>
            </a:r>
          </a:p>
        </p:txBody>
      </p:sp>
      <p:sp>
        <p:nvSpPr>
          <p:cNvPr id="31" name="">
            <a:extLst xmlns:a="http://schemas.openxmlformats.org/drawingml/2006/main">
              <a:ext uri="{FF2B5EF4-FFF2-40B4-BE49-F238E27FC236}">
                <a16:creationId xmlns:a16="http://schemas.microsoft.com/office/drawing/2014/main" id="{1F0506C0-6119-4AF2-BF4F-207B0BBC6329}"/>
              </a:ext>
            </a:extLst>
          </p:cNvPr>
          <p:cNvSpPr>
            <a:spLocks xmlns:a="http://schemas.openxmlformats.org/drawingml/2006/main" noGrp="1"/>
          </p:cNvSpPr>
          <p:nvPr/>
        </p:nvSpPr>
        <p:spPr>
          <a:xfrm xmlns:a="http://schemas.openxmlformats.org/drawingml/2006/main">
            <a:off x="3667125" y="5429250"/>
            <a:ext cx="619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0000"/>
              </a:lnSpc>
              <a:buNone/>
              <a:defRPr sz="1725" b="1">
                <a:solidFill>
                  <a:srgbClr val="00A6A6"/>
                </a:solidFill>
                <a:latin typeface="Tahoma"/>
                <a:ea typeface="Tahoma"/>
                <a:cs typeface="Tahoma"/>
              </a:defRPr>
            </a:pPr>
            <a:r>
              <a:rPr sz="1725" b="1">
                <a:solidFill>
                  <a:srgbClr val="00A6A6"/>
                </a:solidFill>
                <a:latin typeface="Tahoma"/>
                <a:ea typeface="Tahoma"/>
                <a:cs typeface="Tahoma"/>
              </a:rPr>
              <a:t>latest state key = session + sensor + metric</a:t>
            </a:r>
          </a:p>
        </p:txBody>
      </p:sp>
    </p:spTree>
    <p:extLst>
      <p:ext uri="{BB962C8B-B14F-4D97-AF65-F5344CB8AC3E}">
        <p14:creationId xmlns:p14="http://schemas.microsoft.com/office/powerpoint/2010/main" val="432210060"/>
      </p:ext>
    </p:extLst>
  </p:cSld>
</p:sld>
</file>

<file path=ppt/slides/slide10.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A733600-AFF5-4324-A0BA-F0E0712B00FF}"/>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0A6A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39AE177-5BBA-4680-B3B7-204D33159C5A}"/>
              </a:ext>
            </a:extLst>
          </p:cNvPr>
          <p:cNvSpPr>
            <a:spLocks xmlns:a="http://schemas.openxmlformats.org/drawingml/2006/main" noGrp="1"/>
          </p:cNvSpPr>
          <p:nvPr/>
        </p:nvSpPr>
        <p:spPr>
          <a:xfrm xmlns:a="http://schemas.openxmlformats.org/drawingml/2006/main">
            <a:off x="685800" y="3619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050" b="1">
                <a:solidFill>
                  <a:srgbClr val="00A6A6"/>
                </a:solidFill>
                <a:latin typeface="Tahoma"/>
                <a:ea typeface="Tahoma"/>
                <a:cs typeface="Tahoma"/>
              </a:defRPr>
            </a:pPr>
            <a:r>
              <a:rPr sz="1050" b="1">
                <a:solidFill>
                  <a:srgbClr val="00A6A6"/>
                </a:solidFill>
                <a:latin typeface="Tahoma"/>
                <a:ea typeface="Tahoma"/>
                <a:cs typeface="Tahoma"/>
              </a:rPr>
              <a:t>LIVE PROOF</a:t>
            </a:r>
          </a:p>
        </p:txBody>
      </p:sp>
      <p:sp>
        <p:nvSpPr>
          <p:cNvPr id="3" name="">
            <a:extLst xmlns:a="http://schemas.openxmlformats.org/drawingml/2006/main">
              <a:ext uri="{FF2B5EF4-FFF2-40B4-BE49-F238E27FC236}">
                <a16:creationId xmlns:a16="http://schemas.microsoft.com/office/drawing/2014/main" id="{49BA5DB0-6652-436F-ADE3-D1F4D5895F9A}"/>
              </a:ext>
            </a:extLst>
          </p:cNvPr>
          <p:cNvSpPr>
            <a:spLocks xmlns:a="http://schemas.openxmlformats.org/drawingml/2006/main" noGrp="1"/>
          </p:cNvSpPr>
          <p:nvPr/>
        </p:nvSpPr>
        <p:spPr>
          <a:xfrm xmlns:a="http://schemas.openxmlformats.org/drawingml/2006/main">
            <a:off x="685800" y="6667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3150" b="1">
                <a:solidFill>
                  <a:srgbClr val="0B1F33"/>
                </a:solidFill>
                <a:latin typeface="Tahoma"/>
                <a:ea typeface="Tahoma"/>
                <a:cs typeface="Tahoma"/>
              </a:defRPr>
            </a:pPr>
            <a:r>
              <a:rPr sz="3150" b="1">
                <a:solidFill>
                  <a:srgbClr val="0B1F33"/>
                </a:solidFill>
                <a:latin typeface="Tahoma"/>
                <a:ea typeface="Tahoma"/>
                <a:cs typeface="Tahoma"/>
              </a:rPr>
              <a:t>เดโมระงับ ACK ก่อน sendto() แล้วตรวจครบวงจร</a:t>
            </a:r>
          </a:p>
        </p:txBody>
      </p:sp>
      <p:sp>
        <p:nvSpPr>
          <p:cNvPr id="4" name="">
            <a:extLst xmlns:a="http://schemas.openxmlformats.org/drawingml/2006/main">
              <a:ext uri="{FF2B5EF4-FFF2-40B4-BE49-F238E27FC236}">
                <a16:creationId xmlns:a16="http://schemas.microsoft.com/office/drawing/2014/main" id="{D6CF0E07-7EA7-4F4B-A8A0-A489E40E03F0}"/>
              </a:ext>
            </a:extLst>
          </p:cNvPr>
          <p:cNvSpPr>
            <a:spLocks xmlns:a="http://schemas.openxmlformats.org/drawingml/2006/main" noGrp="1"/>
          </p:cNvSpPr>
          <p:nvPr/>
        </p:nvSpPr>
        <p:spPr>
          <a:xfrm xmlns:a="http://schemas.openxmlformats.org/drawingml/2006/main">
            <a:off x="685800" y="1304925"/>
            <a:ext cx="10820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425" b="0">
                <a:solidFill>
                  <a:srgbClr val="5E7182"/>
                </a:solidFill>
                <a:latin typeface="Tahoma"/>
                <a:ea typeface="Tahoma"/>
                <a:cs typeface="Tahoma"/>
              </a:defRPr>
            </a:pPr>
            <a:r>
              <a:rPr sz="1425" b="0">
                <a:solidFill>
                  <a:srgbClr val="5E7182"/>
                </a:solidFill>
                <a:latin typeface="Tahoma"/>
                <a:ea typeface="Tahoma"/>
                <a:cs typeface="Tahoma"/>
              </a:rPr>
              <a:t>5/5 virtual sensors • 10% client-side loss • DART policy • seed 42</a:t>
            </a:r>
          </a:p>
        </p:txBody>
      </p:sp>
      <p:sp>
        <p:nvSpPr>
          <p:cNvPr id="5" name="">
            <a:extLst xmlns:a="http://schemas.openxmlformats.org/drawingml/2006/main">
              <a:ext uri="{FF2B5EF4-FFF2-40B4-BE49-F238E27FC236}">
                <a16:creationId xmlns:a16="http://schemas.microsoft.com/office/drawing/2014/main" id="{34A033C9-BB9C-460D-B8CA-F61D4A89354C}"/>
              </a:ext>
            </a:extLst>
          </p:cNvPr>
          <p:cNvSpPr>
            <a:spLocks xmlns:a="http://schemas.openxmlformats.org/drawingml/2006/main" noGrp="1"/>
          </p:cNvSpPr>
          <p:nvPr/>
        </p:nvSpPr>
        <p:spPr>
          <a:xfrm xmlns:a="http://schemas.openxmlformats.org/drawingml/2006/main">
            <a:off x="685800" y="6362700"/>
            <a:ext cx="10820400" cy="9525"/>
          </a:xfrm>
          <a:prstGeom xmlns:a="http://schemas.openxmlformats.org/drawingml/2006/main" prst="rect">
            <a:avLst/>
          </a:prstGeom>
          <a:solidFill xmlns:a="http://schemas.openxmlformats.org/drawingml/2006/main">
            <a:srgbClr val="D6E1E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3C185ED-EB30-4244-A4B0-4582D11C365F}"/>
              </a:ext>
            </a:extLst>
          </p:cNvPr>
          <p:cNvSpPr>
            <a:spLocks xmlns:a="http://schemas.openxmlformats.org/drawingml/2006/main" noGrp="1"/>
          </p:cNvSpPr>
          <p:nvPr/>
        </p:nvSpPr>
        <p:spPr>
          <a:xfrm xmlns:a="http://schemas.openxmlformats.org/drawingml/2006/main">
            <a:off x="685800" y="64579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050" b="1">
                <a:solidFill>
                  <a:srgbClr val="5E7182"/>
                </a:solidFill>
                <a:latin typeface="Tahoma"/>
                <a:ea typeface="Tahoma"/>
                <a:cs typeface="Tahoma"/>
              </a:defRPr>
            </a:pPr>
            <a:r>
              <a:rPr sz="1050" b="1">
                <a:solidFill>
                  <a:srgbClr val="5E7182"/>
                </a:solidFill>
                <a:latin typeface="Tahoma"/>
                <a:ea typeface="Tahoma"/>
                <a:cs typeface="Tahoma"/>
              </a:rPr>
              <a:t>DART v1</a:t>
            </a:r>
          </a:p>
        </p:txBody>
      </p:sp>
      <p:sp>
        <p:nvSpPr>
          <p:cNvPr id="7" name="">
            <a:extLst xmlns:a="http://schemas.openxmlformats.org/drawingml/2006/main">
              <a:ext uri="{FF2B5EF4-FFF2-40B4-BE49-F238E27FC236}">
                <a16:creationId xmlns:a16="http://schemas.microsoft.com/office/drawing/2014/main" id="{BE1D30C4-F895-48DB-A732-3202F4CB7FE3}"/>
              </a:ext>
            </a:extLst>
          </p:cNvPr>
          <p:cNvSpPr>
            <a:spLocks xmlns:a="http://schemas.openxmlformats.org/drawingml/2006/main" noGrp="1"/>
          </p:cNvSpPr>
          <p:nvPr/>
        </p:nvSpPr>
        <p:spPr>
          <a:xfrm xmlns:a="http://schemas.openxmlformats.org/drawingml/2006/main">
            <a:off x="10763250" y="6457950"/>
            <a:ext cx="742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0000"/>
              </a:lnSpc>
              <a:buNone/>
              <a:defRPr sz="1050" b="1">
                <a:solidFill>
                  <a:srgbClr val="5E7182"/>
                </a:solidFill>
                <a:latin typeface="Tahoma"/>
                <a:ea typeface="Tahoma"/>
                <a:cs typeface="Tahoma"/>
              </a:defRPr>
            </a:pPr>
            <a:r>
              <a:rPr sz="1050" b="1">
                <a:solidFill>
                  <a:srgbClr val="5E7182"/>
                </a:solidFill>
                <a:latin typeface="Tahoma"/>
                <a:ea typeface="Tahoma"/>
                <a:cs typeface="Tahoma"/>
              </a:rPr>
              <a:t>10</a:t>
            </a:r>
          </a:p>
        </p:txBody>
      </p:sp>
      <p:sp>
        <p:nvSpPr>
          <p:cNvPr id="8" name="">
            <a:extLst xmlns:a="http://schemas.openxmlformats.org/drawingml/2006/main">
              <a:ext uri="{FF2B5EF4-FFF2-40B4-BE49-F238E27FC236}">
                <a16:creationId xmlns:a16="http://schemas.microsoft.com/office/drawing/2014/main" id="{05B8C991-35DE-43B4-8A05-084728E29F77}"/>
              </a:ext>
            </a:extLst>
          </p:cNvPr>
          <p:cNvSpPr>
            <a:spLocks xmlns:a="http://schemas.openxmlformats.org/drawingml/2006/main" noGrp="1"/>
          </p:cNvSpPr>
          <p:nvPr/>
        </p:nvSpPr>
        <p:spPr>
          <a:xfrm xmlns:a="http://schemas.openxmlformats.org/drawingml/2006/main">
            <a:off x="685800" y="2190750"/>
            <a:ext cx="2238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3450" b="1">
                <a:solidFill>
                  <a:srgbClr val="00A6A6"/>
                </a:solidFill>
                <a:latin typeface="Tahoma"/>
                <a:ea typeface="Tahoma"/>
                <a:cs typeface="Tahoma"/>
              </a:defRPr>
            </a:pPr>
            <a:r>
              <a:rPr sz="3450" b="1">
                <a:solidFill>
                  <a:srgbClr val="00A6A6"/>
                </a:solidFill>
                <a:latin typeface="Tahoma"/>
                <a:ea typeface="Tahoma"/>
                <a:cs typeface="Tahoma"/>
              </a:rPr>
              <a:t>5/5</a:t>
            </a:r>
          </a:p>
        </p:txBody>
      </p:sp>
      <p:sp>
        <p:nvSpPr>
          <p:cNvPr id="9" name="">
            <a:extLst xmlns:a="http://schemas.openxmlformats.org/drawingml/2006/main">
              <a:ext uri="{FF2B5EF4-FFF2-40B4-BE49-F238E27FC236}">
                <a16:creationId xmlns:a16="http://schemas.microsoft.com/office/drawing/2014/main" id="{FB128B4A-E488-4E1B-A9F6-A828033EF376}"/>
              </a:ext>
            </a:extLst>
          </p:cNvPr>
          <p:cNvSpPr>
            <a:spLocks xmlns:a="http://schemas.openxmlformats.org/drawingml/2006/main" noGrp="1"/>
          </p:cNvSpPr>
          <p:nvPr/>
        </p:nvSpPr>
        <p:spPr>
          <a:xfrm xmlns:a="http://schemas.openxmlformats.org/drawingml/2006/main">
            <a:off x="685800" y="2819400"/>
            <a:ext cx="2238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350" b="0">
                <a:solidFill>
                  <a:srgbClr val="5E7182"/>
                </a:solidFill>
                <a:latin typeface="Tahoma"/>
                <a:ea typeface="Tahoma"/>
                <a:cs typeface="Tahoma"/>
              </a:defRPr>
            </a:pPr>
            <a:r>
              <a:rPr sz="1350" b="0">
                <a:solidFill>
                  <a:srgbClr val="5E7182"/>
                </a:solidFill>
                <a:latin typeface="Tahoma"/>
                <a:ea typeface="Tahoma"/>
                <a:cs typeface="Tahoma"/>
              </a:rPr>
              <a:t>Sensors</a:t>
            </a:r>
          </a:p>
        </p:txBody>
      </p:sp>
      <p:sp>
        <p:nvSpPr>
          <p:cNvPr id="10" name="">
            <a:extLst xmlns:a="http://schemas.openxmlformats.org/drawingml/2006/main">
              <a:ext uri="{FF2B5EF4-FFF2-40B4-BE49-F238E27FC236}">
                <a16:creationId xmlns:a16="http://schemas.microsoft.com/office/drawing/2014/main" id="{142AB154-5FE2-48AE-8A28-B9468A4BEEF4}"/>
              </a:ext>
            </a:extLst>
          </p:cNvPr>
          <p:cNvSpPr>
            <a:spLocks xmlns:a="http://schemas.openxmlformats.org/drawingml/2006/main" noGrp="1"/>
          </p:cNvSpPr>
          <p:nvPr/>
        </p:nvSpPr>
        <p:spPr>
          <a:xfrm xmlns:a="http://schemas.openxmlformats.org/drawingml/2006/main">
            <a:off x="3162300" y="2266950"/>
            <a:ext cx="19050" cy="1257300"/>
          </a:xfrm>
          <a:prstGeom xmlns:a="http://schemas.openxmlformats.org/drawingml/2006/main" prst="rect">
            <a:avLst/>
          </a:prstGeom>
          <a:solidFill xmlns:a="http://schemas.openxmlformats.org/drawingml/2006/main">
            <a:srgbClr val="D6E1E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314D739-42CA-4111-A9C7-AD2263813691}"/>
              </a:ext>
            </a:extLst>
          </p:cNvPr>
          <p:cNvSpPr>
            <a:spLocks xmlns:a="http://schemas.openxmlformats.org/drawingml/2006/main" noGrp="1"/>
          </p:cNvSpPr>
          <p:nvPr/>
        </p:nvSpPr>
        <p:spPr>
          <a:xfrm xmlns:a="http://schemas.openxmlformats.org/drawingml/2006/main">
            <a:off x="3390900" y="2190750"/>
            <a:ext cx="2238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3450" b="1">
                <a:solidFill>
                  <a:srgbClr val="FF6B5E"/>
                </a:solidFill>
                <a:latin typeface="Tahoma"/>
                <a:ea typeface="Tahoma"/>
                <a:cs typeface="Tahoma"/>
              </a:defRPr>
            </a:pPr>
            <a:r>
              <a:rPr sz="3450" b="1">
                <a:solidFill>
                  <a:srgbClr val="FF6B5E"/>
                </a:solidFill>
                <a:latin typeface="Tahoma"/>
                <a:ea typeface="Tahoma"/>
                <a:cs typeface="Tahoma"/>
              </a:rPr>
              <a:t>3</a:t>
            </a:r>
          </a:p>
        </p:txBody>
      </p:sp>
      <p:sp>
        <p:nvSpPr>
          <p:cNvPr id="12" name="">
            <a:extLst xmlns:a="http://schemas.openxmlformats.org/drawingml/2006/main">
              <a:ext uri="{FF2B5EF4-FFF2-40B4-BE49-F238E27FC236}">
                <a16:creationId xmlns:a16="http://schemas.microsoft.com/office/drawing/2014/main" id="{A7BB6306-3F60-4A17-B10E-ACBEEC065837}"/>
              </a:ext>
            </a:extLst>
          </p:cNvPr>
          <p:cNvSpPr>
            <a:spLocks xmlns:a="http://schemas.openxmlformats.org/drawingml/2006/main" noGrp="1"/>
          </p:cNvSpPr>
          <p:nvPr/>
        </p:nvSpPr>
        <p:spPr>
          <a:xfrm xmlns:a="http://schemas.openxmlformats.org/drawingml/2006/main">
            <a:off x="3390900" y="2819400"/>
            <a:ext cx="2238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350" b="0">
                <a:solidFill>
                  <a:srgbClr val="5E7182"/>
                </a:solidFill>
                <a:latin typeface="Tahoma"/>
                <a:ea typeface="Tahoma"/>
                <a:cs typeface="Tahoma"/>
              </a:defRPr>
            </a:pPr>
            <a:r>
              <a:rPr sz="1350" b="0">
                <a:solidFill>
                  <a:srgbClr val="5E7182"/>
                </a:solidFill>
                <a:latin typeface="Tahoma"/>
                <a:ea typeface="Tahoma"/>
                <a:cs typeface="Tahoma"/>
              </a:rPr>
              <a:t>Retransmissions</a:t>
            </a:r>
          </a:p>
        </p:txBody>
      </p:sp>
      <p:sp>
        <p:nvSpPr>
          <p:cNvPr id="13" name="">
            <a:extLst xmlns:a="http://schemas.openxmlformats.org/drawingml/2006/main">
              <a:ext uri="{FF2B5EF4-FFF2-40B4-BE49-F238E27FC236}">
                <a16:creationId xmlns:a16="http://schemas.microsoft.com/office/drawing/2014/main" id="{E3C152AD-1C53-4F8A-9BA9-EF65CBD93C0A}"/>
              </a:ext>
            </a:extLst>
          </p:cNvPr>
          <p:cNvSpPr>
            <a:spLocks xmlns:a="http://schemas.openxmlformats.org/drawingml/2006/main" noGrp="1"/>
          </p:cNvSpPr>
          <p:nvPr/>
        </p:nvSpPr>
        <p:spPr>
          <a:xfrm xmlns:a="http://schemas.openxmlformats.org/drawingml/2006/main">
            <a:off x="5867400" y="2266950"/>
            <a:ext cx="19050" cy="1257300"/>
          </a:xfrm>
          <a:prstGeom xmlns:a="http://schemas.openxmlformats.org/drawingml/2006/main" prst="rect">
            <a:avLst/>
          </a:prstGeom>
          <a:solidFill xmlns:a="http://schemas.openxmlformats.org/drawingml/2006/main">
            <a:srgbClr val="D6E1E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BFAE560-5FA0-49DF-8B53-B35B44D7ED79}"/>
              </a:ext>
            </a:extLst>
          </p:cNvPr>
          <p:cNvSpPr>
            <a:spLocks xmlns:a="http://schemas.openxmlformats.org/drawingml/2006/main" noGrp="1"/>
          </p:cNvSpPr>
          <p:nvPr/>
        </p:nvSpPr>
        <p:spPr>
          <a:xfrm xmlns:a="http://schemas.openxmlformats.org/drawingml/2006/main">
            <a:off x="6096000" y="2190750"/>
            <a:ext cx="2238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3450" b="1">
                <a:solidFill>
                  <a:srgbClr val="FF6B5E"/>
                </a:solidFill>
                <a:latin typeface="Tahoma"/>
                <a:ea typeface="Tahoma"/>
                <a:cs typeface="Tahoma"/>
              </a:defRPr>
            </a:pPr>
            <a:r>
              <a:rPr sz="3450" b="1">
                <a:solidFill>
                  <a:srgbClr val="FF6B5E"/>
                </a:solidFill>
                <a:latin typeface="Tahoma"/>
                <a:ea typeface="Tahoma"/>
                <a:cs typeface="Tahoma"/>
              </a:rPr>
              <a:t>1</a:t>
            </a:r>
          </a:p>
        </p:txBody>
      </p:sp>
      <p:sp>
        <p:nvSpPr>
          <p:cNvPr id="15" name="">
            <a:extLst xmlns:a="http://schemas.openxmlformats.org/drawingml/2006/main">
              <a:ext uri="{FF2B5EF4-FFF2-40B4-BE49-F238E27FC236}">
                <a16:creationId xmlns:a16="http://schemas.microsoft.com/office/drawing/2014/main" id="{89E7BE05-197F-49AC-B3F9-DA57EFE5941D}"/>
              </a:ext>
            </a:extLst>
          </p:cNvPr>
          <p:cNvSpPr>
            <a:spLocks xmlns:a="http://schemas.openxmlformats.org/drawingml/2006/main" noGrp="1"/>
          </p:cNvSpPr>
          <p:nvPr/>
        </p:nvSpPr>
        <p:spPr>
          <a:xfrm xmlns:a="http://schemas.openxmlformats.org/drawingml/2006/main">
            <a:off x="6096000" y="2819400"/>
            <a:ext cx="2238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350" b="0">
                <a:solidFill>
                  <a:srgbClr val="5E7182"/>
                </a:solidFill>
                <a:latin typeface="Tahoma"/>
                <a:ea typeface="Tahoma"/>
                <a:cs typeface="Tahoma"/>
              </a:defRPr>
            </a:pPr>
            <a:r>
              <a:rPr sz="1350" b="0">
                <a:solidFill>
                  <a:srgbClr val="5E7182"/>
                </a:solidFill>
                <a:latin typeface="Tahoma"/>
                <a:ea typeface="Tahoma"/>
                <a:cs typeface="Tahoma"/>
              </a:rPr>
              <a:t>Duplicates</a:t>
            </a:r>
          </a:p>
        </p:txBody>
      </p:sp>
      <p:sp>
        <p:nvSpPr>
          <p:cNvPr id="16" name="">
            <a:extLst xmlns:a="http://schemas.openxmlformats.org/drawingml/2006/main">
              <a:ext uri="{FF2B5EF4-FFF2-40B4-BE49-F238E27FC236}">
                <a16:creationId xmlns:a16="http://schemas.microsoft.com/office/drawing/2014/main" id="{32057FBC-CD72-4B28-9F44-B482064ECCE2}"/>
              </a:ext>
            </a:extLst>
          </p:cNvPr>
          <p:cNvSpPr>
            <a:spLocks xmlns:a="http://schemas.openxmlformats.org/drawingml/2006/main" noGrp="1"/>
          </p:cNvSpPr>
          <p:nvPr/>
        </p:nvSpPr>
        <p:spPr>
          <a:xfrm xmlns:a="http://schemas.openxmlformats.org/drawingml/2006/main">
            <a:off x="8572500" y="2266950"/>
            <a:ext cx="19050" cy="1257300"/>
          </a:xfrm>
          <a:prstGeom xmlns:a="http://schemas.openxmlformats.org/drawingml/2006/main" prst="rect">
            <a:avLst/>
          </a:prstGeom>
          <a:solidFill xmlns:a="http://schemas.openxmlformats.org/drawingml/2006/main">
            <a:srgbClr val="D6E1E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E082D220-8418-4C22-A0D1-C1B9593AD992}"/>
              </a:ext>
            </a:extLst>
          </p:cNvPr>
          <p:cNvSpPr>
            <a:spLocks xmlns:a="http://schemas.openxmlformats.org/drawingml/2006/main" noGrp="1"/>
          </p:cNvSpPr>
          <p:nvPr/>
        </p:nvSpPr>
        <p:spPr>
          <a:xfrm xmlns:a="http://schemas.openxmlformats.org/drawingml/2006/main">
            <a:off x="8801100" y="2190750"/>
            <a:ext cx="2238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3450" b="1">
                <a:solidFill>
                  <a:srgbClr val="27AE60"/>
                </a:solidFill>
                <a:latin typeface="Tahoma"/>
                <a:ea typeface="Tahoma"/>
                <a:cs typeface="Tahoma"/>
              </a:defRPr>
            </a:pPr>
            <a:r>
              <a:rPr sz="3450" b="1">
                <a:solidFill>
                  <a:srgbClr val="27AE60"/>
                </a:solidFill>
                <a:latin typeface="Tahoma"/>
                <a:ea typeface="Tahoma"/>
                <a:cs typeface="Tahoma"/>
              </a:rPr>
              <a:t>1</a:t>
            </a:r>
          </a:p>
        </p:txBody>
      </p:sp>
      <p:sp>
        <p:nvSpPr>
          <p:cNvPr id="18" name="">
            <a:extLst xmlns:a="http://schemas.openxmlformats.org/drawingml/2006/main">
              <a:ext uri="{FF2B5EF4-FFF2-40B4-BE49-F238E27FC236}">
                <a16:creationId xmlns:a16="http://schemas.microsoft.com/office/drawing/2014/main" id="{97B4FF82-8A35-4C0E-AC80-4423738392B9}"/>
              </a:ext>
            </a:extLst>
          </p:cNvPr>
          <p:cNvSpPr>
            <a:spLocks xmlns:a="http://schemas.openxmlformats.org/drawingml/2006/main" noGrp="1"/>
          </p:cNvSpPr>
          <p:nvPr/>
        </p:nvSpPr>
        <p:spPr>
          <a:xfrm xmlns:a="http://schemas.openxmlformats.org/drawingml/2006/main">
            <a:off x="8801100" y="2819400"/>
            <a:ext cx="2238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350" b="0">
                <a:solidFill>
                  <a:srgbClr val="5E7182"/>
                </a:solidFill>
                <a:latin typeface="Tahoma"/>
                <a:ea typeface="Tahoma"/>
                <a:cs typeface="Tahoma"/>
              </a:defRPr>
            </a:pPr>
            <a:r>
              <a:rPr sz="1350" b="0">
                <a:solidFill>
                  <a:srgbClr val="5E7182"/>
                </a:solidFill>
                <a:latin typeface="Tahoma"/>
                <a:ea typeface="Tahoma"/>
                <a:cs typeface="Tahoma"/>
              </a:rPr>
              <a:t>Critical processed</a:t>
            </a:r>
          </a:p>
        </p:txBody>
      </p:sp>
      <p:sp>
        <p:nvSpPr>
          <p:cNvPr id="19" name="">
            <a:extLst xmlns:a="http://schemas.openxmlformats.org/drawingml/2006/main">
              <a:ext uri="{FF2B5EF4-FFF2-40B4-BE49-F238E27FC236}">
                <a16:creationId xmlns:a16="http://schemas.microsoft.com/office/drawing/2014/main" id="{B4BC7554-02A5-4976-81F3-533CA683FA7D}"/>
              </a:ext>
            </a:extLst>
          </p:cNvPr>
          <p:cNvSpPr>
            <a:spLocks xmlns:a="http://schemas.openxmlformats.org/drawingml/2006/main" noGrp="1"/>
          </p:cNvSpPr>
          <p:nvPr/>
        </p:nvSpPr>
        <p:spPr>
          <a:xfrm xmlns:a="http://schemas.openxmlformats.org/drawingml/2006/main">
            <a:off x="685800" y="3857625"/>
            <a:ext cx="10820400" cy="19050"/>
          </a:xfrm>
          <a:prstGeom xmlns:a="http://schemas.openxmlformats.org/drawingml/2006/main" prst="rect">
            <a:avLst/>
          </a:prstGeom>
          <a:solidFill xmlns:a="http://schemas.openxmlformats.org/drawingml/2006/main">
            <a:srgbClr val="D6E1E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C486F9B7-2727-4CC5-9103-2FD1B7F24A54}"/>
              </a:ext>
            </a:extLst>
          </p:cNvPr>
          <p:cNvSpPr>
            <a:spLocks xmlns:a="http://schemas.openxmlformats.org/drawingml/2006/main" noGrp="1"/>
          </p:cNvSpPr>
          <p:nvPr/>
        </p:nvSpPr>
        <p:spPr>
          <a:xfrm xmlns:a="http://schemas.openxmlformats.org/drawingml/2006/main">
            <a:off x="685800" y="4286250"/>
            <a:ext cx="428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800" b="1">
                <a:solidFill>
                  <a:srgbClr val="FF6B5E"/>
                </a:solidFill>
                <a:latin typeface="Tahoma"/>
                <a:ea typeface="Tahoma"/>
                <a:cs typeface="Tahoma"/>
              </a:defRPr>
            </a:pPr>
            <a:r>
              <a:rPr sz="1800" b="1">
                <a:solidFill>
                  <a:srgbClr val="FF6B5E"/>
                </a:solidFill>
                <a:latin typeface="Tahoma"/>
                <a:ea typeface="Tahoma"/>
                <a:cs typeface="Tahoma"/>
              </a:rPr>
              <a:t>1</a:t>
            </a:r>
          </a:p>
        </p:txBody>
      </p:sp>
      <p:sp>
        <p:nvSpPr>
          <p:cNvPr id="21" name="">
            <a:extLst xmlns:a="http://schemas.openxmlformats.org/drawingml/2006/main">
              <a:ext uri="{FF2B5EF4-FFF2-40B4-BE49-F238E27FC236}">
                <a16:creationId xmlns:a16="http://schemas.microsoft.com/office/drawing/2014/main" id="{3FFE137B-7415-4CC1-93B5-478D236B4009}"/>
              </a:ext>
            </a:extLst>
          </p:cNvPr>
          <p:cNvSpPr>
            <a:spLocks xmlns:a="http://schemas.openxmlformats.org/drawingml/2006/main" noGrp="1"/>
          </p:cNvSpPr>
          <p:nvPr/>
        </p:nvSpPr>
        <p:spPr>
          <a:xfrm xmlns:a="http://schemas.openxmlformats.org/drawingml/2006/main">
            <a:off x="1181100" y="4286250"/>
            <a:ext cx="19526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500" b="1">
                <a:solidFill>
                  <a:srgbClr val="0B1F33"/>
                </a:solidFill>
                <a:latin typeface="Tahoma"/>
                <a:ea typeface="Tahoma"/>
                <a:cs typeface="Tahoma"/>
              </a:defRPr>
            </a:pPr>
            <a:r>
              <a:rPr sz="1500" b="1">
                <a:solidFill>
                  <a:srgbClr val="0B1F33"/>
                </a:solidFill>
                <a:latin typeface="Tahoma"/>
                <a:ea typeface="Tahoma"/>
                <a:cs typeface="Tahoma"/>
              </a:rPr>
              <a:t>ระงับ ACK ก่อน sendto()</a:t>
            </a:r>
          </a:p>
        </p:txBody>
      </p:sp>
      <p:sp>
        <p:nvSpPr>
          <p:cNvPr id="22" name="">
            <a:extLst xmlns:a="http://schemas.openxmlformats.org/drawingml/2006/main">
              <a:ext uri="{FF2B5EF4-FFF2-40B4-BE49-F238E27FC236}">
                <a16:creationId xmlns:a16="http://schemas.microsoft.com/office/drawing/2014/main" id="{A57CF4E9-C58E-41E5-9938-9AF2F290CEFC}"/>
              </a:ext>
            </a:extLst>
          </p:cNvPr>
          <p:cNvSpPr>
            <a:spLocks xmlns:a="http://schemas.openxmlformats.org/drawingml/2006/main" noGrp="1"/>
          </p:cNvSpPr>
          <p:nvPr/>
        </p:nvSpPr>
        <p:spPr>
          <a:xfrm xmlns:a="http://schemas.openxmlformats.org/drawingml/2006/main">
            <a:off x="1181100" y="4857750"/>
            <a:ext cx="1952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350" b="0">
                <a:solidFill>
                  <a:srgbClr val="5E7182"/>
                </a:solidFill>
                <a:latin typeface="Tahoma"/>
                <a:ea typeface="Tahoma"/>
                <a:cs typeface="Tahoma"/>
              </a:defRPr>
            </a:pPr>
            <a:r>
              <a:rPr sz="1350" b="0">
                <a:solidFill>
                  <a:srgbClr val="5E7182"/>
                </a:solidFill>
                <a:latin typeface="Tahoma"/>
                <a:ea typeface="Tahoma"/>
                <a:cs typeface="Tahoma"/>
              </a:rPr>
              <a:t>1 ครั้ง</a:t>
            </a:r>
          </a:p>
        </p:txBody>
      </p:sp>
      <p:sp>
        <p:nvSpPr>
          <p:cNvPr id="23" name="">
            <a:extLst xmlns:a="http://schemas.openxmlformats.org/drawingml/2006/main">
              <a:ext uri="{FF2B5EF4-FFF2-40B4-BE49-F238E27FC236}">
                <a16:creationId xmlns:a16="http://schemas.microsoft.com/office/drawing/2014/main" id="{DCC8A486-CE0C-4240-90F3-7DC5F6F2EDB9}"/>
              </a:ext>
            </a:extLst>
          </p:cNvPr>
          <p:cNvSpPr>
            <a:spLocks xmlns:a="http://schemas.openxmlformats.org/drawingml/2006/main" noGrp="1"/>
          </p:cNvSpPr>
          <p:nvPr/>
        </p:nvSpPr>
        <p:spPr>
          <a:xfrm xmlns:a="http://schemas.openxmlformats.org/drawingml/2006/main">
            <a:off x="3390900" y="4286250"/>
            <a:ext cx="428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800" b="1">
                <a:solidFill>
                  <a:srgbClr val="F5A623"/>
                </a:solidFill>
                <a:latin typeface="Tahoma"/>
                <a:ea typeface="Tahoma"/>
                <a:cs typeface="Tahoma"/>
              </a:defRPr>
            </a:pPr>
            <a:r>
              <a:rPr sz="1800" b="1">
                <a:solidFill>
                  <a:srgbClr val="F5A623"/>
                </a:solidFill>
                <a:latin typeface="Tahoma"/>
                <a:ea typeface="Tahoma"/>
                <a:cs typeface="Tahoma"/>
              </a:rPr>
              <a:t>2</a:t>
            </a:r>
          </a:p>
        </p:txBody>
      </p:sp>
      <p:sp>
        <p:nvSpPr>
          <p:cNvPr id="24" name="">
            <a:extLst xmlns:a="http://schemas.openxmlformats.org/drawingml/2006/main">
              <a:ext uri="{FF2B5EF4-FFF2-40B4-BE49-F238E27FC236}">
                <a16:creationId xmlns:a16="http://schemas.microsoft.com/office/drawing/2014/main" id="{9853F271-209E-4530-ABC2-533DB419B88B}"/>
              </a:ext>
            </a:extLst>
          </p:cNvPr>
          <p:cNvSpPr>
            <a:spLocks xmlns:a="http://schemas.openxmlformats.org/drawingml/2006/main" noGrp="1"/>
          </p:cNvSpPr>
          <p:nvPr/>
        </p:nvSpPr>
        <p:spPr>
          <a:xfrm xmlns:a="http://schemas.openxmlformats.org/drawingml/2006/main">
            <a:off x="3886200" y="4286250"/>
            <a:ext cx="19526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500" b="1">
                <a:solidFill>
                  <a:srgbClr val="0B1F33"/>
                </a:solidFill>
                <a:latin typeface="Tahoma"/>
                <a:ea typeface="Tahoma"/>
                <a:cs typeface="Tahoma"/>
              </a:defRPr>
            </a:pPr>
            <a:r>
              <a:rPr sz="1500" b="1">
                <a:solidFill>
                  <a:srgbClr val="0B1F33"/>
                </a:solidFill>
                <a:latin typeface="Tahoma"/>
                <a:ea typeface="Tahoma"/>
                <a:cs typeface="Tahoma"/>
              </a:rPr>
              <a:t>Client timeout และ retry</a:t>
            </a:r>
          </a:p>
        </p:txBody>
      </p:sp>
      <p:sp>
        <p:nvSpPr>
          <p:cNvPr id="25" name="">
            <a:extLst xmlns:a="http://schemas.openxmlformats.org/drawingml/2006/main">
              <a:ext uri="{FF2B5EF4-FFF2-40B4-BE49-F238E27FC236}">
                <a16:creationId xmlns:a16="http://schemas.microsoft.com/office/drawing/2014/main" id="{903C09BC-3AFA-402A-8A7C-CCF95C50FA8D}"/>
              </a:ext>
            </a:extLst>
          </p:cNvPr>
          <p:cNvSpPr>
            <a:spLocks xmlns:a="http://schemas.openxmlformats.org/drawingml/2006/main" noGrp="1"/>
          </p:cNvSpPr>
          <p:nvPr/>
        </p:nvSpPr>
        <p:spPr>
          <a:xfrm xmlns:a="http://schemas.openxmlformats.org/drawingml/2006/main">
            <a:off x="3886200" y="4857750"/>
            <a:ext cx="1952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350" b="0">
                <a:solidFill>
                  <a:srgbClr val="5E7182"/>
                </a:solidFill>
                <a:latin typeface="Tahoma"/>
                <a:ea typeface="Tahoma"/>
                <a:cs typeface="Tahoma"/>
              </a:defRPr>
            </a:pPr>
            <a:r>
              <a:rPr sz="1350" b="0">
                <a:solidFill>
                  <a:srgbClr val="5E7182"/>
                </a:solidFill>
                <a:latin typeface="Tahoma"/>
                <a:ea typeface="Tahoma"/>
                <a:cs typeface="Tahoma"/>
              </a:rPr>
              <a:t>3 retransmissions</a:t>
            </a:r>
          </a:p>
        </p:txBody>
      </p:sp>
      <p:sp>
        <p:nvSpPr>
          <p:cNvPr id="26" name="">
            <a:extLst xmlns:a="http://schemas.openxmlformats.org/drawingml/2006/main">
              <a:ext uri="{FF2B5EF4-FFF2-40B4-BE49-F238E27FC236}">
                <a16:creationId xmlns:a16="http://schemas.microsoft.com/office/drawing/2014/main" id="{55FB29A8-3D6E-4A63-B6EF-F67031B6AD92}"/>
              </a:ext>
            </a:extLst>
          </p:cNvPr>
          <p:cNvSpPr>
            <a:spLocks xmlns:a="http://schemas.openxmlformats.org/drawingml/2006/main" noGrp="1"/>
          </p:cNvSpPr>
          <p:nvPr/>
        </p:nvSpPr>
        <p:spPr>
          <a:xfrm xmlns:a="http://schemas.openxmlformats.org/drawingml/2006/main">
            <a:off x="6096000" y="4286250"/>
            <a:ext cx="428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800" b="1">
                <a:solidFill>
                  <a:srgbClr val="00A6A6"/>
                </a:solidFill>
                <a:latin typeface="Tahoma"/>
                <a:ea typeface="Tahoma"/>
                <a:cs typeface="Tahoma"/>
              </a:defRPr>
            </a:pPr>
            <a:r>
              <a:rPr sz="1800" b="1">
                <a:solidFill>
                  <a:srgbClr val="00A6A6"/>
                </a:solidFill>
                <a:latin typeface="Tahoma"/>
                <a:ea typeface="Tahoma"/>
                <a:cs typeface="Tahoma"/>
              </a:rPr>
              <a:t>3</a:t>
            </a:r>
          </a:p>
        </p:txBody>
      </p:sp>
      <p:sp>
        <p:nvSpPr>
          <p:cNvPr id="27" name="">
            <a:extLst xmlns:a="http://schemas.openxmlformats.org/drawingml/2006/main">
              <a:ext uri="{FF2B5EF4-FFF2-40B4-BE49-F238E27FC236}">
                <a16:creationId xmlns:a16="http://schemas.microsoft.com/office/drawing/2014/main" id="{3405F9D0-37AB-4A3B-9FA6-2DC8E5CEA43C}"/>
              </a:ext>
            </a:extLst>
          </p:cNvPr>
          <p:cNvSpPr>
            <a:spLocks xmlns:a="http://schemas.openxmlformats.org/drawingml/2006/main" noGrp="1"/>
          </p:cNvSpPr>
          <p:nvPr/>
        </p:nvSpPr>
        <p:spPr>
          <a:xfrm xmlns:a="http://schemas.openxmlformats.org/drawingml/2006/main">
            <a:off x="6591300" y="4286250"/>
            <a:ext cx="19526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500" b="1">
                <a:solidFill>
                  <a:srgbClr val="0B1F33"/>
                </a:solidFill>
                <a:latin typeface="Tahoma"/>
                <a:ea typeface="Tahoma"/>
                <a:cs typeface="Tahoma"/>
              </a:defRPr>
            </a:pPr>
            <a:r>
              <a:rPr sz="1500" b="1">
                <a:solidFill>
                  <a:srgbClr val="0B1F33"/>
                </a:solidFill>
                <a:latin typeface="Tahoma"/>
                <a:ea typeface="Tahoma"/>
                <a:cs typeface="Tahoma"/>
              </a:rPr>
              <a:t>Server suppress duplicate</a:t>
            </a:r>
          </a:p>
        </p:txBody>
      </p:sp>
      <p:sp>
        <p:nvSpPr>
          <p:cNvPr id="28" name="">
            <a:extLst xmlns:a="http://schemas.openxmlformats.org/drawingml/2006/main">
              <a:ext uri="{FF2B5EF4-FFF2-40B4-BE49-F238E27FC236}">
                <a16:creationId xmlns:a16="http://schemas.microsoft.com/office/drawing/2014/main" id="{71D4D23D-B7EB-4BF0-8328-398513DAA180}"/>
              </a:ext>
            </a:extLst>
          </p:cNvPr>
          <p:cNvSpPr>
            <a:spLocks xmlns:a="http://schemas.openxmlformats.org/drawingml/2006/main" noGrp="1"/>
          </p:cNvSpPr>
          <p:nvPr/>
        </p:nvSpPr>
        <p:spPr>
          <a:xfrm xmlns:a="http://schemas.openxmlformats.org/drawingml/2006/main">
            <a:off x="6591300" y="4857750"/>
            <a:ext cx="1952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350" b="0">
                <a:solidFill>
                  <a:srgbClr val="5E7182"/>
                </a:solidFill>
                <a:latin typeface="Tahoma"/>
                <a:ea typeface="Tahoma"/>
                <a:cs typeface="Tahoma"/>
              </a:defRPr>
            </a:pPr>
            <a:r>
              <a:rPr sz="1350" b="0">
                <a:solidFill>
                  <a:srgbClr val="5E7182"/>
                </a:solidFill>
                <a:latin typeface="Tahoma"/>
                <a:ea typeface="Tahoma"/>
                <a:cs typeface="Tahoma"/>
              </a:rPr>
              <a:t>1 duplicate</a:t>
            </a:r>
          </a:p>
        </p:txBody>
      </p:sp>
      <p:sp>
        <p:nvSpPr>
          <p:cNvPr id="29" name="">
            <a:extLst xmlns:a="http://schemas.openxmlformats.org/drawingml/2006/main">
              <a:ext uri="{FF2B5EF4-FFF2-40B4-BE49-F238E27FC236}">
                <a16:creationId xmlns:a16="http://schemas.microsoft.com/office/drawing/2014/main" id="{951798DB-C6EE-4E55-9B44-B6957AEBC354}"/>
              </a:ext>
            </a:extLst>
          </p:cNvPr>
          <p:cNvSpPr>
            <a:spLocks xmlns:a="http://schemas.openxmlformats.org/drawingml/2006/main" noGrp="1"/>
          </p:cNvSpPr>
          <p:nvPr/>
        </p:nvSpPr>
        <p:spPr>
          <a:xfrm xmlns:a="http://schemas.openxmlformats.org/drawingml/2006/main">
            <a:off x="8801100" y="4286250"/>
            <a:ext cx="428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800" b="1">
                <a:solidFill>
                  <a:srgbClr val="27AE60"/>
                </a:solidFill>
                <a:latin typeface="Tahoma"/>
                <a:ea typeface="Tahoma"/>
                <a:cs typeface="Tahoma"/>
              </a:defRPr>
            </a:pPr>
            <a:r>
              <a:rPr sz="1800" b="1">
                <a:solidFill>
                  <a:srgbClr val="27AE60"/>
                </a:solidFill>
                <a:latin typeface="Tahoma"/>
                <a:ea typeface="Tahoma"/>
                <a:cs typeface="Tahoma"/>
              </a:rPr>
              <a:t>4</a:t>
            </a:r>
          </a:p>
        </p:txBody>
      </p:sp>
      <p:sp>
        <p:nvSpPr>
          <p:cNvPr id="30" name="">
            <a:extLst xmlns:a="http://schemas.openxmlformats.org/drawingml/2006/main">
              <a:ext uri="{FF2B5EF4-FFF2-40B4-BE49-F238E27FC236}">
                <a16:creationId xmlns:a16="http://schemas.microsoft.com/office/drawing/2014/main" id="{E96802EB-071E-46AA-9D2D-7CF074F95BE3}"/>
              </a:ext>
            </a:extLst>
          </p:cNvPr>
          <p:cNvSpPr>
            <a:spLocks xmlns:a="http://schemas.openxmlformats.org/drawingml/2006/main" noGrp="1"/>
          </p:cNvSpPr>
          <p:nvPr/>
        </p:nvSpPr>
        <p:spPr>
          <a:xfrm xmlns:a="http://schemas.openxmlformats.org/drawingml/2006/main">
            <a:off x="9296400" y="4286250"/>
            <a:ext cx="19526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500" b="1">
                <a:solidFill>
                  <a:srgbClr val="0B1F33"/>
                </a:solidFill>
                <a:latin typeface="Tahoma"/>
                <a:ea typeface="Tahoma"/>
                <a:cs typeface="Tahoma"/>
              </a:defRPr>
            </a:pPr>
            <a:r>
              <a:rPr sz="1500" b="1">
                <a:solidFill>
                  <a:srgbClr val="0B1F33"/>
                </a:solidFill>
                <a:latin typeface="Tahoma"/>
                <a:ea typeface="Tahoma"/>
                <a:cs typeface="Tahoma"/>
              </a:rPr>
              <a:t>Critical side effect</a:t>
            </a:r>
          </a:p>
        </p:txBody>
      </p:sp>
      <p:sp>
        <p:nvSpPr>
          <p:cNvPr id="31" name="">
            <a:extLst xmlns:a="http://schemas.openxmlformats.org/drawingml/2006/main">
              <a:ext uri="{FF2B5EF4-FFF2-40B4-BE49-F238E27FC236}">
                <a16:creationId xmlns:a16="http://schemas.microsoft.com/office/drawing/2014/main" id="{B70BF061-D5FE-4870-A5AE-E43EF66D8166}"/>
              </a:ext>
            </a:extLst>
          </p:cNvPr>
          <p:cNvSpPr>
            <a:spLocks xmlns:a="http://schemas.openxmlformats.org/drawingml/2006/main" noGrp="1"/>
          </p:cNvSpPr>
          <p:nvPr/>
        </p:nvSpPr>
        <p:spPr>
          <a:xfrm xmlns:a="http://schemas.openxmlformats.org/drawingml/2006/main">
            <a:off x="9296400" y="4857750"/>
            <a:ext cx="1952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350" b="0">
                <a:solidFill>
                  <a:srgbClr val="5E7182"/>
                </a:solidFill>
                <a:latin typeface="Tahoma"/>
                <a:ea typeface="Tahoma"/>
                <a:cs typeface="Tahoma"/>
              </a:defRPr>
            </a:pPr>
            <a:r>
              <a:rPr sz="1350" b="0">
                <a:solidFill>
                  <a:srgbClr val="5E7182"/>
                </a:solidFill>
                <a:latin typeface="Tahoma"/>
                <a:ea typeface="Tahoma"/>
                <a:cs typeface="Tahoma"/>
              </a:rPr>
              <a:t>1 ครั้ง</a:t>
            </a:r>
          </a:p>
        </p:txBody>
      </p:sp>
      <p:sp>
        <p:nvSpPr>
          <p:cNvPr id="32" name="">
            <a:extLst xmlns:a="http://schemas.openxmlformats.org/drawingml/2006/main">
              <a:ext uri="{FF2B5EF4-FFF2-40B4-BE49-F238E27FC236}">
                <a16:creationId xmlns:a16="http://schemas.microsoft.com/office/drawing/2014/main" id="{F3B55F70-0CB6-4B76-B007-3DD84050C331}"/>
              </a:ext>
            </a:extLst>
          </p:cNvPr>
          <p:cNvSpPr>
            <a:spLocks xmlns:a="http://schemas.openxmlformats.org/drawingml/2006/main" noGrp="1"/>
          </p:cNvSpPr>
          <p:nvPr/>
        </p:nvSpPr>
        <p:spPr>
          <a:xfrm xmlns:a="http://schemas.openxmlformats.org/drawingml/2006/main">
            <a:off x="3429000" y="5572125"/>
            <a:ext cx="5334000" cy="495300"/>
          </a:xfrm>
          <a:prstGeom xmlns:a="http://schemas.openxmlformats.org/drawingml/2006/main" prst="roundRect">
            <a:avLst>
              <a:gd name="adj" fmla="val 23077"/>
            </a:avLst>
          </a:prstGeom>
          <a:solidFill xmlns:a="http://schemas.openxmlformats.org/drawingml/2006/main">
            <a:srgbClr val="E8F6F4"/>
          </a:solidFill>
          <a:ln xmlns:a="http://schemas.openxmlformats.org/drawingml/2006/main" w="19050">
            <a:solidFill>
              <a:srgbClr val="00A6A6"/>
            </a:solidFill>
            <a:prstDash val="solid"/>
          </a:ln>
        </p:spPr>
      </p:sp>
      <p:sp>
        <p:nvSpPr>
          <p:cNvPr id="33" name="">
            <a:extLst xmlns:a="http://schemas.openxmlformats.org/drawingml/2006/main">
              <a:ext uri="{FF2B5EF4-FFF2-40B4-BE49-F238E27FC236}">
                <a16:creationId xmlns:a16="http://schemas.microsoft.com/office/drawing/2014/main" id="{5E9417A2-76BE-4040-84DB-401CB9B5A755}"/>
              </a:ext>
            </a:extLst>
          </p:cNvPr>
          <p:cNvSpPr>
            <a:spLocks xmlns:a="http://schemas.openxmlformats.org/drawingml/2006/main" noGrp="1"/>
          </p:cNvSpPr>
          <p:nvPr/>
        </p:nvSpPr>
        <p:spPr>
          <a:xfrm xmlns:a="http://schemas.openxmlformats.org/drawingml/2006/main">
            <a:off x="3619500" y="5676900"/>
            <a:ext cx="495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0000"/>
              </a:lnSpc>
              <a:buNone/>
              <a:defRPr sz="1875" b="1">
                <a:solidFill>
                  <a:srgbClr val="27AE60"/>
                </a:solidFill>
                <a:latin typeface="Tahoma"/>
                <a:ea typeface="Tahoma"/>
                <a:cs typeface="Tahoma"/>
              </a:defRPr>
            </a:pPr>
            <a:r>
              <a:rPr sz="1875" b="1">
                <a:solidFill>
                  <a:srgbClr val="27AE60"/>
                </a:solidFill>
                <a:latin typeface="Tahoma"/>
                <a:ea typeface="Tahoma"/>
                <a:cs typeface="Tahoma"/>
              </a:rPr>
              <a:t>DEMO RESULT: PASS</a:t>
            </a:r>
          </a:p>
        </p:txBody>
      </p:sp>
    </p:spTree>
    <p:extLst>
      <p:ext uri="{BB962C8B-B14F-4D97-AF65-F5344CB8AC3E}">
        <p14:creationId xmlns:p14="http://schemas.microsoft.com/office/powerpoint/2010/main" val="1130477941"/>
      </p:ext>
    </p:extLst>
  </p:cSld>
</p:sld>
</file>

<file path=ppt/slides/slide11.xml><?xml version="1.0" encoding="utf-8"?>
<p:sld xmlns:p="http://schemas.openxmlformats.org/presentationml/2006/main">
  <p:cSld>
    <p:bg>
      <p:bgPr>
        <a:solidFill xmlns:a="http://schemas.openxmlformats.org/drawingml/2006/main">
          <a:srgbClr val="0B1F33"/>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5C933E0A-BD40-4712-9DA5-E15CC678006E}"/>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FF6B5E"/>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26DEA30-0251-41A5-8A0B-92F4B45D585F}"/>
              </a:ext>
            </a:extLst>
          </p:cNvPr>
          <p:cNvSpPr>
            <a:spLocks xmlns:a="http://schemas.openxmlformats.org/drawingml/2006/main" noGrp="1"/>
          </p:cNvSpPr>
          <p:nvPr/>
        </p:nvSpPr>
        <p:spPr>
          <a:xfrm xmlns:a="http://schemas.openxmlformats.org/drawingml/2006/main">
            <a:off x="685800" y="3619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050" b="1">
                <a:solidFill>
                  <a:srgbClr val="43D5C9"/>
                </a:solidFill>
                <a:latin typeface="Tahoma"/>
                <a:ea typeface="Tahoma"/>
                <a:cs typeface="Tahoma"/>
              </a:defRPr>
            </a:pPr>
            <a:r>
              <a:rPr sz="1050" b="1">
                <a:solidFill>
                  <a:srgbClr val="43D5C9"/>
                </a:solidFill>
                <a:latin typeface="Tahoma"/>
                <a:ea typeface="Tahoma"/>
                <a:cs typeface="Tahoma"/>
              </a:rPr>
              <a:t>WIRESHARK</a:t>
            </a:r>
          </a:p>
        </p:txBody>
      </p:sp>
      <p:sp>
        <p:nvSpPr>
          <p:cNvPr id="3" name="">
            <a:extLst xmlns:a="http://schemas.openxmlformats.org/drawingml/2006/main">
              <a:ext uri="{FF2B5EF4-FFF2-40B4-BE49-F238E27FC236}">
                <a16:creationId xmlns:a16="http://schemas.microsoft.com/office/drawing/2014/main" id="{267AA6F1-9D2E-4D9B-B7E3-17532732A764}"/>
              </a:ext>
            </a:extLst>
          </p:cNvPr>
          <p:cNvSpPr>
            <a:spLocks xmlns:a="http://schemas.openxmlformats.org/drawingml/2006/main" noGrp="1"/>
          </p:cNvSpPr>
          <p:nvPr/>
        </p:nvSpPr>
        <p:spPr>
          <a:xfrm xmlns:a="http://schemas.openxmlformats.org/drawingml/2006/main">
            <a:off x="685800" y="6667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3150" b="1">
                <a:solidFill>
                  <a:srgbClr val="FFFFFF"/>
                </a:solidFill>
                <a:latin typeface="Tahoma"/>
                <a:ea typeface="Tahoma"/>
                <a:cs typeface="Tahoma"/>
              </a:defRPr>
            </a:pPr>
            <a:r>
              <a:rPr sz="3150" b="1">
                <a:solidFill>
                  <a:srgbClr val="FFFFFF"/>
                </a:solidFill>
                <a:latin typeface="Tahoma"/>
                <a:ea typeface="Tahoma"/>
                <a:cs typeface="Tahoma"/>
              </a:rPr>
              <a:t>เปิด packet ให้เห็นว่า protocol ทำงานจริง</a:t>
            </a:r>
          </a:p>
        </p:txBody>
      </p:sp>
      <p:sp>
        <p:nvSpPr>
          <p:cNvPr id="4" name="">
            <a:extLst xmlns:a="http://schemas.openxmlformats.org/drawingml/2006/main">
              <a:ext uri="{FF2B5EF4-FFF2-40B4-BE49-F238E27FC236}">
                <a16:creationId xmlns:a16="http://schemas.microsoft.com/office/drawing/2014/main" id="{93249377-94A1-41EE-83BF-052A5614639F}"/>
              </a:ext>
            </a:extLst>
          </p:cNvPr>
          <p:cNvSpPr>
            <a:spLocks xmlns:a="http://schemas.openxmlformats.org/drawingml/2006/main" noGrp="1"/>
          </p:cNvSpPr>
          <p:nvPr/>
        </p:nvSpPr>
        <p:spPr>
          <a:xfrm xmlns:a="http://schemas.openxmlformats.org/drawingml/2006/main">
            <a:off x="685800" y="1304925"/>
            <a:ext cx="10820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425" b="0">
                <a:solidFill>
                  <a:srgbClr val="C4D7DE"/>
                </a:solidFill>
                <a:latin typeface="Tahoma"/>
                <a:ea typeface="Tahoma"/>
                <a:cs typeface="Tahoma"/>
              </a:defRPr>
            </a:pPr>
            <a:r>
              <a:rPr sz="1425" b="0">
                <a:solidFill>
                  <a:srgbClr val="C4D7DE"/>
                </a:solidFill>
                <a:latin typeface="Tahoma"/>
                <a:ea typeface="Tahoma"/>
                <a:cs typeface="Tahoma"/>
              </a:rPr>
              <a:t>Lua dissector แสดง header, flags, status และ typed payload</a:t>
            </a:r>
          </a:p>
        </p:txBody>
      </p:sp>
      <p:sp>
        <p:nvSpPr>
          <p:cNvPr id="5" name="">
            <a:extLst xmlns:a="http://schemas.openxmlformats.org/drawingml/2006/main">
              <a:ext uri="{FF2B5EF4-FFF2-40B4-BE49-F238E27FC236}">
                <a16:creationId xmlns:a16="http://schemas.microsoft.com/office/drawing/2014/main" id="{9F1C134C-F8B6-4F7F-AC81-CE8933C76FD3}"/>
              </a:ext>
            </a:extLst>
          </p:cNvPr>
          <p:cNvSpPr>
            <a:spLocks xmlns:a="http://schemas.openxmlformats.org/drawingml/2006/main" noGrp="1"/>
          </p:cNvSpPr>
          <p:nvPr/>
        </p:nvSpPr>
        <p:spPr>
          <a:xfrm xmlns:a="http://schemas.openxmlformats.org/drawingml/2006/main">
            <a:off x="685800" y="6362700"/>
            <a:ext cx="10820400" cy="9525"/>
          </a:xfrm>
          <a:prstGeom xmlns:a="http://schemas.openxmlformats.org/drawingml/2006/main" prst="rect">
            <a:avLst/>
          </a:prstGeom>
          <a:solidFill xmlns:a="http://schemas.openxmlformats.org/drawingml/2006/main">
            <a:srgbClr val="29485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B8C8D12-EC42-49E6-B57E-B25EC9C812D5}"/>
              </a:ext>
            </a:extLst>
          </p:cNvPr>
          <p:cNvSpPr>
            <a:spLocks xmlns:a="http://schemas.openxmlformats.org/drawingml/2006/main" noGrp="1"/>
          </p:cNvSpPr>
          <p:nvPr/>
        </p:nvSpPr>
        <p:spPr>
          <a:xfrm xmlns:a="http://schemas.openxmlformats.org/drawingml/2006/main">
            <a:off x="685800" y="64579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050" b="1">
                <a:solidFill>
                  <a:srgbClr val="BFD7DF"/>
                </a:solidFill>
                <a:latin typeface="Tahoma"/>
                <a:ea typeface="Tahoma"/>
                <a:cs typeface="Tahoma"/>
              </a:defRPr>
            </a:pPr>
            <a:r>
              <a:rPr sz="1050" b="1">
                <a:solidFill>
                  <a:srgbClr val="BFD7DF"/>
                </a:solidFill>
                <a:latin typeface="Tahoma"/>
                <a:ea typeface="Tahoma"/>
                <a:cs typeface="Tahoma"/>
              </a:rPr>
              <a:t>DART v1</a:t>
            </a:r>
          </a:p>
        </p:txBody>
      </p:sp>
      <p:sp>
        <p:nvSpPr>
          <p:cNvPr id="7" name="">
            <a:extLst xmlns:a="http://schemas.openxmlformats.org/drawingml/2006/main">
              <a:ext uri="{FF2B5EF4-FFF2-40B4-BE49-F238E27FC236}">
                <a16:creationId xmlns:a16="http://schemas.microsoft.com/office/drawing/2014/main" id="{57EA496E-F674-4378-B33F-047406323C62}"/>
              </a:ext>
            </a:extLst>
          </p:cNvPr>
          <p:cNvSpPr>
            <a:spLocks xmlns:a="http://schemas.openxmlformats.org/drawingml/2006/main" noGrp="1"/>
          </p:cNvSpPr>
          <p:nvPr/>
        </p:nvSpPr>
        <p:spPr>
          <a:xfrm xmlns:a="http://schemas.openxmlformats.org/drawingml/2006/main">
            <a:off x="10763250" y="6457950"/>
            <a:ext cx="742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0000"/>
              </a:lnSpc>
              <a:buNone/>
              <a:defRPr sz="1050" b="1">
                <a:solidFill>
                  <a:srgbClr val="BFD7DF"/>
                </a:solidFill>
                <a:latin typeface="Tahoma"/>
                <a:ea typeface="Tahoma"/>
                <a:cs typeface="Tahoma"/>
              </a:defRPr>
            </a:pPr>
            <a:r>
              <a:rPr sz="1050" b="1">
                <a:solidFill>
                  <a:srgbClr val="BFD7DF"/>
                </a:solidFill>
                <a:latin typeface="Tahoma"/>
                <a:ea typeface="Tahoma"/>
                <a:cs typeface="Tahoma"/>
              </a:rPr>
              <a:t>11</a:t>
            </a:r>
          </a:p>
        </p:txBody>
      </p:sp>
      <p:sp>
        <p:nvSpPr>
          <p:cNvPr id="8" name="">
            <a:extLst xmlns:a="http://schemas.openxmlformats.org/drawingml/2006/main">
              <a:ext uri="{FF2B5EF4-FFF2-40B4-BE49-F238E27FC236}">
                <a16:creationId xmlns:a16="http://schemas.microsoft.com/office/drawing/2014/main" id="{D72F4C9B-B462-4693-8BBB-9B8E8A46E9AB}"/>
              </a:ext>
            </a:extLst>
          </p:cNvPr>
          <p:cNvSpPr>
            <a:spLocks xmlns:a="http://schemas.openxmlformats.org/drawingml/2006/main" noGrp="1"/>
          </p:cNvSpPr>
          <p:nvPr/>
        </p:nvSpPr>
        <p:spPr>
          <a:xfrm xmlns:a="http://schemas.openxmlformats.org/drawingml/2006/main">
            <a:off x="685800" y="2000250"/>
            <a:ext cx="342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2175" b="1">
                <a:solidFill>
                  <a:srgbClr val="43D5C9"/>
                </a:solidFill>
                <a:latin typeface="Tahoma"/>
                <a:ea typeface="Tahoma"/>
                <a:cs typeface="Tahoma"/>
              </a:defRPr>
            </a:pPr>
            <a:r>
              <a:rPr sz="2175" b="1">
                <a:solidFill>
                  <a:srgbClr val="43D5C9"/>
                </a:solidFill>
                <a:latin typeface="Tahoma"/>
                <a:ea typeface="Tahoma"/>
                <a:cs typeface="Tahoma"/>
              </a:rPr>
              <a:t>Display filters</a:t>
            </a:r>
          </a:p>
        </p:txBody>
      </p:sp>
      <p:sp>
        <p:nvSpPr>
          <p:cNvPr id="9" name="">
            <a:extLst xmlns:a="http://schemas.openxmlformats.org/drawingml/2006/main">
              <a:ext uri="{FF2B5EF4-FFF2-40B4-BE49-F238E27FC236}">
                <a16:creationId xmlns:a16="http://schemas.microsoft.com/office/drawing/2014/main" id="{5ADF5270-9C17-48BD-AB82-F254CF2B65EE}"/>
              </a:ext>
            </a:extLst>
          </p:cNvPr>
          <p:cNvSpPr>
            <a:spLocks xmlns:a="http://schemas.openxmlformats.org/drawingml/2006/main" noGrp="1"/>
          </p:cNvSpPr>
          <p:nvPr/>
        </p:nvSpPr>
        <p:spPr>
          <a:xfrm xmlns:a="http://schemas.openxmlformats.org/drawingml/2006/main">
            <a:off x="685800" y="2571750"/>
            <a:ext cx="4524375" cy="457200"/>
          </a:xfrm>
          <a:prstGeom xmlns:a="http://schemas.openxmlformats.org/drawingml/2006/main" prst="roundRect">
            <a:avLst>
              <a:gd name="adj" fmla="val 16667"/>
            </a:avLst>
          </a:prstGeom>
          <a:solidFill xmlns:a="http://schemas.openxmlformats.org/drawingml/2006/main">
            <a:srgbClr val="142F43"/>
          </a:solidFill>
          <a:ln xmlns:a="http://schemas.openxmlformats.org/drawingml/2006/main" w="9525">
            <a:solidFill>
              <a:srgbClr val="29485B"/>
            </a:solidFill>
            <a:prstDash val="solid"/>
          </a:ln>
        </p:spPr>
      </p:sp>
      <p:sp>
        <p:nvSpPr>
          <p:cNvPr id="10" name="">
            <a:extLst xmlns:a="http://schemas.openxmlformats.org/drawingml/2006/main">
              <a:ext uri="{FF2B5EF4-FFF2-40B4-BE49-F238E27FC236}">
                <a16:creationId xmlns:a16="http://schemas.microsoft.com/office/drawing/2014/main" id="{07BB1835-F6EB-4AA7-9CED-9D67C5A78DC8}"/>
              </a:ext>
            </a:extLst>
          </p:cNvPr>
          <p:cNvSpPr>
            <a:spLocks xmlns:a="http://schemas.openxmlformats.org/drawingml/2006/main" noGrp="1"/>
          </p:cNvSpPr>
          <p:nvPr/>
        </p:nvSpPr>
        <p:spPr>
          <a:xfrm xmlns:a="http://schemas.openxmlformats.org/drawingml/2006/main">
            <a:off x="876300" y="2667000"/>
            <a:ext cx="4143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500" b="1">
                <a:solidFill>
                  <a:srgbClr val="FFFFFF"/>
                </a:solidFill>
                <a:latin typeface="Courier New"/>
                <a:ea typeface="Courier New"/>
                <a:cs typeface="Courier New"/>
              </a:defRPr>
            </a:pPr>
            <a:r>
              <a:rPr sz="1500" b="1">
                <a:solidFill>
                  <a:srgbClr val="FFFFFF"/>
                </a:solidFill>
                <a:latin typeface="Courier New"/>
                <a:ea typeface="Courier New"/>
                <a:cs typeface="Courier New"/>
              </a:rPr>
              <a:t>dart</a:t>
            </a:r>
          </a:p>
        </p:txBody>
      </p:sp>
      <p:sp>
        <p:nvSpPr>
          <p:cNvPr id="11" name="">
            <a:extLst xmlns:a="http://schemas.openxmlformats.org/drawingml/2006/main">
              <a:ext uri="{FF2B5EF4-FFF2-40B4-BE49-F238E27FC236}">
                <a16:creationId xmlns:a16="http://schemas.microsoft.com/office/drawing/2014/main" id="{DCEA9A8C-A4CD-4ECE-94B3-5F12AA4BA9E4}"/>
              </a:ext>
            </a:extLst>
          </p:cNvPr>
          <p:cNvSpPr>
            <a:spLocks xmlns:a="http://schemas.openxmlformats.org/drawingml/2006/main" noGrp="1"/>
          </p:cNvSpPr>
          <p:nvPr/>
        </p:nvSpPr>
        <p:spPr>
          <a:xfrm xmlns:a="http://schemas.openxmlformats.org/drawingml/2006/main">
            <a:off x="685800" y="3219450"/>
            <a:ext cx="4524375" cy="457200"/>
          </a:xfrm>
          <a:prstGeom xmlns:a="http://schemas.openxmlformats.org/drawingml/2006/main" prst="roundRect">
            <a:avLst>
              <a:gd name="adj" fmla="val 16667"/>
            </a:avLst>
          </a:prstGeom>
          <a:solidFill xmlns:a="http://schemas.openxmlformats.org/drawingml/2006/main">
            <a:srgbClr val="142F43"/>
          </a:solidFill>
          <a:ln xmlns:a="http://schemas.openxmlformats.org/drawingml/2006/main" w="9525">
            <a:solidFill>
              <a:srgbClr val="29485B"/>
            </a:solidFill>
            <a:prstDash val="solid"/>
          </a:ln>
        </p:spPr>
      </p:sp>
      <p:sp>
        <p:nvSpPr>
          <p:cNvPr id="12" name="">
            <a:extLst xmlns:a="http://schemas.openxmlformats.org/drawingml/2006/main">
              <a:ext uri="{FF2B5EF4-FFF2-40B4-BE49-F238E27FC236}">
                <a16:creationId xmlns:a16="http://schemas.microsoft.com/office/drawing/2014/main" id="{922385F9-C510-4C36-B267-35669BC03FCB}"/>
              </a:ext>
            </a:extLst>
          </p:cNvPr>
          <p:cNvSpPr>
            <a:spLocks xmlns:a="http://schemas.openxmlformats.org/drawingml/2006/main" noGrp="1"/>
          </p:cNvSpPr>
          <p:nvPr/>
        </p:nvSpPr>
        <p:spPr>
          <a:xfrm xmlns:a="http://schemas.openxmlformats.org/drawingml/2006/main">
            <a:off x="876300" y="3314700"/>
            <a:ext cx="4143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500" b="1">
                <a:solidFill>
                  <a:srgbClr val="FFFFFF"/>
                </a:solidFill>
                <a:latin typeface="Courier New"/>
                <a:ea typeface="Courier New"/>
                <a:cs typeface="Courier New"/>
              </a:defRPr>
            </a:pPr>
            <a:r>
              <a:rPr sz="1500" b="1">
                <a:solidFill>
                  <a:srgbClr val="FFFFFF"/>
                </a:solidFill>
                <a:latin typeface="Courier New"/>
                <a:ea typeface="Courier New"/>
                <a:cs typeface="Courier New"/>
              </a:rPr>
              <a:t>dart.msg_type == 5</a:t>
            </a:r>
          </a:p>
        </p:txBody>
      </p:sp>
      <p:sp>
        <p:nvSpPr>
          <p:cNvPr id="13" name="">
            <a:extLst xmlns:a="http://schemas.openxmlformats.org/drawingml/2006/main">
              <a:ext uri="{FF2B5EF4-FFF2-40B4-BE49-F238E27FC236}">
                <a16:creationId xmlns:a16="http://schemas.microsoft.com/office/drawing/2014/main" id="{5C21E31B-D7DC-445E-85FC-7DE68B918C63}"/>
              </a:ext>
            </a:extLst>
          </p:cNvPr>
          <p:cNvSpPr>
            <a:spLocks xmlns:a="http://schemas.openxmlformats.org/drawingml/2006/main" noGrp="1"/>
          </p:cNvSpPr>
          <p:nvPr/>
        </p:nvSpPr>
        <p:spPr>
          <a:xfrm xmlns:a="http://schemas.openxmlformats.org/drawingml/2006/main">
            <a:off x="685800" y="3867150"/>
            <a:ext cx="4524375" cy="457200"/>
          </a:xfrm>
          <a:prstGeom xmlns:a="http://schemas.openxmlformats.org/drawingml/2006/main" prst="roundRect">
            <a:avLst>
              <a:gd name="adj" fmla="val 16667"/>
            </a:avLst>
          </a:prstGeom>
          <a:solidFill xmlns:a="http://schemas.openxmlformats.org/drawingml/2006/main">
            <a:srgbClr val="142F43"/>
          </a:solidFill>
          <a:ln xmlns:a="http://schemas.openxmlformats.org/drawingml/2006/main" w="9525">
            <a:solidFill>
              <a:srgbClr val="29485B"/>
            </a:solidFill>
            <a:prstDash val="solid"/>
          </a:ln>
        </p:spPr>
      </p:sp>
      <p:sp>
        <p:nvSpPr>
          <p:cNvPr id="14" name="">
            <a:extLst xmlns:a="http://schemas.openxmlformats.org/drawingml/2006/main">
              <a:ext uri="{FF2B5EF4-FFF2-40B4-BE49-F238E27FC236}">
                <a16:creationId xmlns:a16="http://schemas.microsoft.com/office/drawing/2014/main" id="{36B84706-8823-442A-BCD5-BDDE810B1D91}"/>
              </a:ext>
            </a:extLst>
          </p:cNvPr>
          <p:cNvSpPr>
            <a:spLocks xmlns:a="http://schemas.openxmlformats.org/drawingml/2006/main" noGrp="1"/>
          </p:cNvSpPr>
          <p:nvPr/>
        </p:nvSpPr>
        <p:spPr>
          <a:xfrm xmlns:a="http://schemas.openxmlformats.org/drawingml/2006/main">
            <a:off x="876300" y="3962400"/>
            <a:ext cx="4143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500" b="1">
                <a:solidFill>
                  <a:srgbClr val="FFFFFF"/>
                </a:solidFill>
                <a:latin typeface="Courier New"/>
                <a:ea typeface="Courier New"/>
                <a:cs typeface="Courier New"/>
              </a:defRPr>
            </a:pPr>
            <a:r>
              <a:rPr sz="1500" b="1">
                <a:solidFill>
                  <a:srgbClr val="FFFFFF"/>
                </a:solidFill>
                <a:latin typeface="Courier New"/>
                <a:ea typeface="Courier New"/>
                <a:cs typeface="Courier New"/>
              </a:rPr>
              <a:t>dart.flags.retransmission == 1</a:t>
            </a:r>
          </a:p>
        </p:txBody>
      </p:sp>
      <p:sp>
        <p:nvSpPr>
          <p:cNvPr id="15" name="">
            <a:extLst xmlns:a="http://schemas.openxmlformats.org/drawingml/2006/main">
              <a:ext uri="{FF2B5EF4-FFF2-40B4-BE49-F238E27FC236}">
                <a16:creationId xmlns:a16="http://schemas.microsoft.com/office/drawing/2014/main" id="{F89F464E-E88D-48F6-8D4D-642C9E41935A}"/>
              </a:ext>
            </a:extLst>
          </p:cNvPr>
          <p:cNvSpPr>
            <a:spLocks xmlns:a="http://schemas.openxmlformats.org/drawingml/2006/main" noGrp="1"/>
          </p:cNvSpPr>
          <p:nvPr/>
        </p:nvSpPr>
        <p:spPr>
          <a:xfrm xmlns:a="http://schemas.openxmlformats.org/drawingml/2006/main">
            <a:off x="685800" y="4514850"/>
            <a:ext cx="4524375" cy="457200"/>
          </a:xfrm>
          <a:prstGeom xmlns:a="http://schemas.openxmlformats.org/drawingml/2006/main" prst="roundRect">
            <a:avLst>
              <a:gd name="adj" fmla="val 16667"/>
            </a:avLst>
          </a:prstGeom>
          <a:solidFill xmlns:a="http://schemas.openxmlformats.org/drawingml/2006/main">
            <a:srgbClr val="142F43"/>
          </a:solidFill>
          <a:ln xmlns:a="http://schemas.openxmlformats.org/drawingml/2006/main" w="9525">
            <a:solidFill>
              <a:srgbClr val="29485B"/>
            </a:solidFill>
            <a:prstDash val="solid"/>
          </a:ln>
        </p:spPr>
      </p:sp>
      <p:sp>
        <p:nvSpPr>
          <p:cNvPr id="16" name="">
            <a:extLst xmlns:a="http://schemas.openxmlformats.org/drawingml/2006/main">
              <a:ext uri="{FF2B5EF4-FFF2-40B4-BE49-F238E27FC236}">
                <a16:creationId xmlns:a16="http://schemas.microsoft.com/office/drawing/2014/main" id="{28416AA4-921C-4D0B-AF55-D955A4D5B350}"/>
              </a:ext>
            </a:extLst>
          </p:cNvPr>
          <p:cNvSpPr>
            <a:spLocks xmlns:a="http://schemas.openxmlformats.org/drawingml/2006/main" noGrp="1"/>
          </p:cNvSpPr>
          <p:nvPr/>
        </p:nvSpPr>
        <p:spPr>
          <a:xfrm xmlns:a="http://schemas.openxmlformats.org/drawingml/2006/main">
            <a:off x="876300" y="4610100"/>
            <a:ext cx="4143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500" b="1">
                <a:solidFill>
                  <a:srgbClr val="FFFFFF"/>
                </a:solidFill>
                <a:latin typeface="Courier New"/>
                <a:ea typeface="Courier New"/>
                <a:cs typeface="Courier New"/>
              </a:defRPr>
            </a:pPr>
            <a:r>
              <a:rPr sz="1500" b="1">
                <a:solidFill>
                  <a:srgbClr val="FFFFFF"/>
                </a:solidFill>
                <a:latin typeface="Courier New"/>
                <a:ea typeface="Courier New"/>
                <a:cs typeface="Courier New"/>
              </a:rPr>
              <a:t>dart.status_code == 409</a:t>
            </a:r>
          </a:p>
        </p:txBody>
      </p:sp>
      <p:sp>
        <p:nvSpPr>
          <p:cNvPr id="17" name="">
            <a:extLst xmlns:a="http://schemas.openxmlformats.org/drawingml/2006/main">
              <a:ext uri="{FF2B5EF4-FFF2-40B4-BE49-F238E27FC236}">
                <a16:creationId xmlns:a16="http://schemas.microsoft.com/office/drawing/2014/main" id="{20E8F1FD-101C-49B6-A690-E9FDF2CA2187}"/>
              </a:ext>
            </a:extLst>
          </p:cNvPr>
          <p:cNvSpPr>
            <a:spLocks xmlns:a="http://schemas.openxmlformats.org/drawingml/2006/main" noGrp="1"/>
          </p:cNvSpPr>
          <p:nvPr/>
        </p:nvSpPr>
        <p:spPr>
          <a:xfrm xmlns:a="http://schemas.openxmlformats.org/drawingml/2006/main">
            <a:off x="5810250" y="2000250"/>
            <a:ext cx="19050" cy="3429000"/>
          </a:xfrm>
          <a:prstGeom xmlns:a="http://schemas.openxmlformats.org/drawingml/2006/main" prst="rect">
            <a:avLst/>
          </a:prstGeom>
          <a:solidFill xmlns:a="http://schemas.openxmlformats.org/drawingml/2006/main">
            <a:srgbClr val="29485B"/>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5A065787-3AB3-4B28-90FA-B5C500B03E7D}"/>
              </a:ext>
            </a:extLst>
          </p:cNvPr>
          <p:cNvSpPr>
            <a:spLocks xmlns:a="http://schemas.openxmlformats.org/drawingml/2006/main" noGrp="1"/>
          </p:cNvSpPr>
          <p:nvPr/>
        </p:nvSpPr>
        <p:spPr>
          <a:xfrm xmlns:a="http://schemas.openxmlformats.org/drawingml/2006/main">
            <a:off x="6381750" y="2000250"/>
            <a:ext cx="4095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2175" b="1">
                <a:solidFill>
                  <a:srgbClr val="FF6B5E"/>
                </a:solidFill>
                <a:latin typeface="Tahoma"/>
                <a:ea typeface="Tahoma"/>
                <a:cs typeface="Tahoma"/>
              </a:defRPr>
            </a:pPr>
            <a:r>
              <a:rPr sz="2175" b="1">
                <a:solidFill>
                  <a:srgbClr val="FF6B5E"/>
                </a:solidFill>
                <a:latin typeface="Tahoma"/>
                <a:ea typeface="Tahoma"/>
                <a:cs typeface="Tahoma"/>
              </a:rPr>
              <a:t>Capture story</a:t>
            </a:r>
          </a:p>
        </p:txBody>
      </p:sp>
      <p:sp>
        <p:nvSpPr>
          <p:cNvPr id="19" name="">
            <a:extLst xmlns:a="http://schemas.openxmlformats.org/drawingml/2006/main">
              <a:ext uri="{FF2B5EF4-FFF2-40B4-BE49-F238E27FC236}">
                <a16:creationId xmlns:a16="http://schemas.microsoft.com/office/drawing/2014/main" id="{4043E345-189E-4C32-87DE-BDCBD7CF58AF}"/>
              </a:ext>
            </a:extLst>
          </p:cNvPr>
          <p:cNvSpPr>
            <a:spLocks xmlns:a="http://schemas.openxmlformats.org/drawingml/2006/main" noGrp="1"/>
          </p:cNvSpPr>
          <p:nvPr/>
        </p:nvSpPr>
        <p:spPr>
          <a:xfrm xmlns:a="http://schemas.openxmlformats.org/drawingml/2006/main">
            <a:off x="6381750" y="2619375"/>
            <a:ext cx="49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500" b="1">
                <a:solidFill>
                  <a:srgbClr val="FF6B5E"/>
                </a:solidFill>
                <a:latin typeface="Tahoma"/>
                <a:ea typeface="Tahoma"/>
                <a:cs typeface="Tahoma"/>
              </a:defRPr>
            </a:pPr>
            <a:r>
              <a:rPr sz="1500" b="1">
                <a:solidFill>
                  <a:srgbClr val="FF6B5E"/>
                </a:solidFill>
                <a:latin typeface="Tahoma"/>
                <a:ea typeface="Tahoma"/>
                <a:cs typeface="Tahoma"/>
              </a:rPr>
              <a:t>01</a:t>
            </a:r>
          </a:p>
        </p:txBody>
      </p:sp>
      <p:sp>
        <p:nvSpPr>
          <p:cNvPr id="20" name="">
            <a:extLst xmlns:a="http://schemas.openxmlformats.org/drawingml/2006/main">
              <a:ext uri="{FF2B5EF4-FFF2-40B4-BE49-F238E27FC236}">
                <a16:creationId xmlns:a16="http://schemas.microsoft.com/office/drawing/2014/main" id="{16914823-E709-4F59-9C7F-E05715151A78}"/>
              </a:ext>
            </a:extLst>
          </p:cNvPr>
          <p:cNvSpPr>
            <a:spLocks xmlns:a="http://schemas.openxmlformats.org/drawingml/2006/main" noGrp="1"/>
          </p:cNvSpPr>
          <p:nvPr/>
        </p:nvSpPr>
        <p:spPr>
          <a:xfrm xmlns:a="http://schemas.openxmlformats.org/drawingml/2006/main">
            <a:off x="7000875" y="2619375"/>
            <a:ext cx="4333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650" b="0">
                <a:solidFill>
                  <a:srgbClr val="FFFFFF"/>
                </a:solidFill>
                <a:latin typeface="Tahoma"/>
                <a:ea typeface="Tahoma"/>
                <a:cs typeface="Tahoma"/>
              </a:defRPr>
            </a:pPr>
            <a:r>
              <a:rPr sz="1650" b="0">
                <a:solidFill>
                  <a:srgbClr val="FFFFFF"/>
                </a:solidFill>
                <a:latin typeface="Tahoma"/>
                <a:ea typeface="Tahoma"/>
                <a:cs typeface="Tahoma"/>
              </a:rPr>
              <a:t>REGISTER_REQ → 201 REGISTERED</a:t>
            </a:r>
          </a:p>
        </p:txBody>
      </p:sp>
      <p:sp>
        <p:nvSpPr>
          <p:cNvPr id="21" name="">
            <a:extLst xmlns:a="http://schemas.openxmlformats.org/drawingml/2006/main">
              <a:ext uri="{FF2B5EF4-FFF2-40B4-BE49-F238E27FC236}">
                <a16:creationId xmlns:a16="http://schemas.microsoft.com/office/drawing/2014/main" id="{4337F571-2667-4300-8EA8-A79178FC8667}"/>
              </a:ext>
            </a:extLst>
          </p:cNvPr>
          <p:cNvSpPr>
            <a:spLocks xmlns:a="http://schemas.openxmlformats.org/drawingml/2006/main" noGrp="1"/>
          </p:cNvSpPr>
          <p:nvPr/>
        </p:nvSpPr>
        <p:spPr>
          <a:xfrm xmlns:a="http://schemas.openxmlformats.org/drawingml/2006/main">
            <a:off x="6381750" y="3162300"/>
            <a:ext cx="4953000" cy="9525"/>
          </a:xfrm>
          <a:prstGeom xmlns:a="http://schemas.openxmlformats.org/drawingml/2006/main" prst="rect">
            <a:avLst/>
          </a:prstGeom>
          <a:solidFill xmlns:a="http://schemas.openxmlformats.org/drawingml/2006/main">
            <a:srgbClr val="29485B"/>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70829506-C110-47CE-9A45-63E8D7CC75DE}"/>
              </a:ext>
            </a:extLst>
          </p:cNvPr>
          <p:cNvSpPr>
            <a:spLocks xmlns:a="http://schemas.openxmlformats.org/drawingml/2006/main" noGrp="1"/>
          </p:cNvSpPr>
          <p:nvPr/>
        </p:nvSpPr>
        <p:spPr>
          <a:xfrm xmlns:a="http://schemas.openxmlformats.org/drawingml/2006/main">
            <a:off x="6381750" y="3362325"/>
            <a:ext cx="49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500" b="1">
                <a:solidFill>
                  <a:srgbClr val="FF6B5E"/>
                </a:solidFill>
                <a:latin typeface="Tahoma"/>
                <a:ea typeface="Tahoma"/>
                <a:cs typeface="Tahoma"/>
              </a:defRPr>
            </a:pPr>
            <a:r>
              <a:rPr sz="1500" b="1">
                <a:solidFill>
                  <a:srgbClr val="FF6B5E"/>
                </a:solidFill>
                <a:latin typeface="Tahoma"/>
                <a:ea typeface="Tahoma"/>
                <a:cs typeface="Tahoma"/>
              </a:rPr>
              <a:t>02</a:t>
            </a:r>
          </a:p>
        </p:txBody>
      </p:sp>
      <p:sp>
        <p:nvSpPr>
          <p:cNvPr id="23" name="">
            <a:extLst xmlns:a="http://schemas.openxmlformats.org/drawingml/2006/main">
              <a:ext uri="{FF2B5EF4-FFF2-40B4-BE49-F238E27FC236}">
                <a16:creationId xmlns:a16="http://schemas.microsoft.com/office/drawing/2014/main" id="{D6C4B6DB-E556-4570-AAAA-21469A7BBD00}"/>
              </a:ext>
            </a:extLst>
          </p:cNvPr>
          <p:cNvSpPr>
            <a:spLocks xmlns:a="http://schemas.openxmlformats.org/drawingml/2006/main" noGrp="1"/>
          </p:cNvSpPr>
          <p:nvPr/>
        </p:nvSpPr>
        <p:spPr>
          <a:xfrm xmlns:a="http://schemas.openxmlformats.org/drawingml/2006/main">
            <a:off x="7000875" y="3362325"/>
            <a:ext cx="4333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650" b="0">
                <a:solidFill>
                  <a:srgbClr val="FFFFFF"/>
                </a:solidFill>
                <a:latin typeface="Tahoma"/>
                <a:ea typeface="Tahoma"/>
                <a:cs typeface="Tahoma"/>
              </a:defRPr>
            </a:pPr>
            <a:r>
              <a:rPr sz="1650" b="0">
                <a:solidFill>
                  <a:srgbClr val="FFFFFF"/>
                </a:solidFill>
                <a:latin typeface="Tahoma"/>
                <a:ea typeface="Tahoma"/>
                <a:cs typeface="Tahoma"/>
              </a:rPr>
              <a:t>DATA_BATCH: count + readings</a:t>
            </a:r>
          </a:p>
        </p:txBody>
      </p:sp>
      <p:sp>
        <p:nvSpPr>
          <p:cNvPr id="24" name="">
            <a:extLst xmlns:a="http://schemas.openxmlformats.org/drawingml/2006/main">
              <a:ext uri="{FF2B5EF4-FFF2-40B4-BE49-F238E27FC236}">
                <a16:creationId xmlns:a16="http://schemas.microsoft.com/office/drawing/2014/main" id="{858E6390-2361-4202-8CB6-A52ECF6BC782}"/>
              </a:ext>
            </a:extLst>
          </p:cNvPr>
          <p:cNvSpPr>
            <a:spLocks xmlns:a="http://schemas.openxmlformats.org/drawingml/2006/main" noGrp="1"/>
          </p:cNvSpPr>
          <p:nvPr/>
        </p:nvSpPr>
        <p:spPr>
          <a:xfrm xmlns:a="http://schemas.openxmlformats.org/drawingml/2006/main">
            <a:off x="6381750" y="3905250"/>
            <a:ext cx="4953000" cy="9525"/>
          </a:xfrm>
          <a:prstGeom xmlns:a="http://schemas.openxmlformats.org/drawingml/2006/main" prst="rect">
            <a:avLst/>
          </a:prstGeom>
          <a:solidFill xmlns:a="http://schemas.openxmlformats.org/drawingml/2006/main">
            <a:srgbClr val="29485B"/>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A6E79315-EC92-4D2C-A644-45E1980631F2}"/>
              </a:ext>
            </a:extLst>
          </p:cNvPr>
          <p:cNvSpPr>
            <a:spLocks xmlns:a="http://schemas.openxmlformats.org/drawingml/2006/main" noGrp="1"/>
          </p:cNvSpPr>
          <p:nvPr/>
        </p:nvSpPr>
        <p:spPr>
          <a:xfrm xmlns:a="http://schemas.openxmlformats.org/drawingml/2006/main">
            <a:off x="6381750" y="4105275"/>
            <a:ext cx="49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500" b="1">
                <a:solidFill>
                  <a:srgbClr val="FF6B5E"/>
                </a:solidFill>
                <a:latin typeface="Tahoma"/>
                <a:ea typeface="Tahoma"/>
                <a:cs typeface="Tahoma"/>
              </a:defRPr>
            </a:pPr>
            <a:r>
              <a:rPr sz="1500" b="1">
                <a:solidFill>
                  <a:srgbClr val="FF6B5E"/>
                </a:solidFill>
                <a:latin typeface="Tahoma"/>
                <a:ea typeface="Tahoma"/>
                <a:cs typeface="Tahoma"/>
              </a:rPr>
              <a:t>03</a:t>
            </a:r>
          </a:p>
        </p:txBody>
      </p:sp>
      <p:sp>
        <p:nvSpPr>
          <p:cNvPr id="26" name="">
            <a:extLst xmlns:a="http://schemas.openxmlformats.org/drawingml/2006/main">
              <a:ext uri="{FF2B5EF4-FFF2-40B4-BE49-F238E27FC236}">
                <a16:creationId xmlns:a16="http://schemas.microsoft.com/office/drawing/2014/main" id="{27253419-CF02-4A15-A1F2-A7C003860234}"/>
              </a:ext>
            </a:extLst>
          </p:cNvPr>
          <p:cNvSpPr>
            <a:spLocks xmlns:a="http://schemas.openxmlformats.org/drawingml/2006/main" noGrp="1"/>
          </p:cNvSpPr>
          <p:nvPr/>
        </p:nvSpPr>
        <p:spPr>
          <a:xfrm xmlns:a="http://schemas.openxmlformats.org/drawingml/2006/main">
            <a:off x="7000875" y="4105275"/>
            <a:ext cx="4333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650" b="0">
                <a:solidFill>
                  <a:srgbClr val="FFFFFF"/>
                </a:solidFill>
                <a:latin typeface="Tahoma"/>
                <a:ea typeface="Tahoma"/>
                <a:cs typeface="Tahoma"/>
              </a:defRPr>
            </a:pPr>
            <a:r>
              <a:rPr sz="1650" b="0">
                <a:solidFill>
                  <a:srgbClr val="FFFFFF"/>
                </a:solidFill>
                <a:latin typeface="Tahoma"/>
                <a:ea typeface="Tahoma"/>
                <a:cs typeface="Tahoma"/>
              </a:rPr>
              <a:t>LATEST_UPDATE: newest sequence</a:t>
            </a:r>
          </a:p>
        </p:txBody>
      </p:sp>
      <p:sp>
        <p:nvSpPr>
          <p:cNvPr id="27" name="">
            <a:extLst xmlns:a="http://schemas.openxmlformats.org/drawingml/2006/main">
              <a:ext uri="{FF2B5EF4-FFF2-40B4-BE49-F238E27FC236}">
                <a16:creationId xmlns:a16="http://schemas.microsoft.com/office/drawing/2014/main" id="{2EAE3083-6FAC-4318-883F-BE747AE9B8BD}"/>
              </a:ext>
            </a:extLst>
          </p:cNvPr>
          <p:cNvSpPr>
            <a:spLocks xmlns:a="http://schemas.openxmlformats.org/drawingml/2006/main" noGrp="1"/>
          </p:cNvSpPr>
          <p:nvPr/>
        </p:nvSpPr>
        <p:spPr>
          <a:xfrm xmlns:a="http://schemas.openxmlformats.org/drawingml/2006/main">
            <a:off x="6381750" y="4648200"/>
            <a:ext cx="4953000" cy="9525"/>
          </a:xfrm>
          <a:prstGeom xmlns:a="http://schemas.openxmlformats.org/drawingml/2006/main" prst="rect">
            <a:avLst/>
          </a:prstGeom>
          <a:solidFill xmlns:a="http://schemas.openxmlformats.org/drawingml/2006/main">
            <a:srgbClr val="29485B"/>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79FBDB33-64BA-486C-BA7D-0D2136977399}"/>
              </a:ext>
            </a:extLst>
          </p:cNvPr>
          <p:cNvSpPr>
            <a:spLocks xmlns:a="http://schemas.openxmlformats.org/drawingml/2006/main" noGrp="1"/>
          </p:cNvSpPr>
          <p:nvPr/>
        </p:nvSpPr>
        <p:spPr>
          <a:xfrm xmlns:a="http://schemas.openxmlformats.org/drawingml/2006/main">
            <a:off x="6381750" y="4848225"/>
            <a:ext cx="49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500" b="1">
                <a:solidFill>
                  <a:srgbClr val="FF6B5E"/>
                </a:solidFill>
                <a:latin typeface="Tahoma"/>
                <a:ea typeface="Tahoma"/>
                <a:cs typeface="Tahoma"/>
              </a:defRPr>
            </a:pPr>
            <a:r>
              <a:rPr sz="1500" b="1">
                <a:solidFill>
                  <a:srgbClr val="FF6B5E"/>
                </a:solidFill>
                <a:latin typeface="Tahoma"/>
                <a:ea typeface="Tahoma"/>
                <a:cs typeface="Tahoma"/>
              </a:rPr>
              <a:t>04</a:t>
            </a:r>
          </a:p>
        </p:txBody>
      </p:sp>
      <p:sp>
        <p:nvSpPr>
          <p:cNvPr id="29" name="">
            <a:extLst xmlns:a="http://schemas.openxmlformats.org/drawingml/2006/main">
              <a:ext uri="{FF2B5EF4-FFF2-40B4-BE49-F238E27FC236}">
                <a16:creationId xmlns:a16="http://schemas.microsoft.com/office/drawing/2014/main" id="{EBA651A7-BB75-4911-91C2-9A2B742A6C47}"/>
              </a:ext>
            </a:extLst>
          </p:cNvPr>
          <p:cNvSpPr>
            <a:spLocks xmlns:a="http://schemas.openxmlformats.org/drawingml/2006/main" noGrp="1"/>
          </p:cNvSpPr>
          <p:nvPr/>
        </p:nvSpPr>
        <p:spPr>
          <a:xfrm xmlns:a="http://schemas.openxmlformats.org/drawingml/2006/main">
            <a:off x="7000875" y="4848225"/>
            <a:ext cx="4333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650" b="0">
                <a:solidFill>
                  <a:srgbClr val="FFFFFF"/>
                </a:solidFill>
                <a:latin typeface="Tahoma"/>
                <a:ea typeface="Tahoma"/>
                <a:cs typeface="Tahoma"/>
              </a:defRPr>
            </a:pPr>
            <a:r>
              <a:rPr sz="1650" b="0">
                <a:solidFill>
                  <a:srgbClr val="FFFFFF"/>
                </a:solidFill>
                <a:latin typeface="Tahoma"/>
                <a:ea typeface="Tahoma"/>
                <a:cs typeface="Tahoma"/>
              </a:rPr>
              <a:t>CRITICAL seq เดิม 2 ครั้ง → 409</a:t>
            </a:r>
          </a:p>
        </p:txBody>
      </p:sp>
      <p:sp>
        <p:nvSpPr>
          <p:cNvPr id="30" name="">
            <a:extLst xmlns:a="http://schemas.openxmlformats.org/drawingml/2006/main">
              <a:ext uri="{FF2B5EF4-FFF2-40B4-BE49-F238E27FC236}">
                <a16:creationId xmlns:a16="http://schemas.microsoft.com/office/drawing/2014/main" id="{3AF15A68-D8DC-494D-9AAF-27DE4451ABE1}"/>
              </a:ext>
            </a:extLst>
          </p:cNvPr>
          <p:cNvSpPr>
            <a:spLocks xmlns:a="http://schemas.openxmlformats.org/drawingml/2006/main" noGrp="1"/>
          </p:cNvSpPr>
          <p:nvPr/>
        </p:nvSpPr>
        <p:spPr>
          <a:xfrm xmlns:a="http://schemas.openxmlformats.org/drawingml/2006/main">
            <a:off x="6381750" y="5391150"/>
            <a:ext cx="4953000" cy="9525"/>
          </a:xfrm>
          <a:prstGeom xmlns:a="http://schemas.openxmlformats.org/drawingml/2006/main" prst="rect">
            <a:avLst/>
          </a:prstGeom>
          <a:solidFill xmlns:a="http://schemas.openxmlformats.org/drawingml/2006/main">
            <a:srgbClr val="29485B"/>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9EAE2CBF-2477-4CD4-AB67-95EFB9BD4B73}"/>
              </a:ext>
            </a:extLst>
          </p:cNvPr>
          <p:cNvSpPr>
            <a:spLocks xmlns:a="http://schemas.openxmlformats.org/drawingml/2006/main" noGrp="1"/>
          </p:cNvSpPr>
          <p:nvPr/>
        </p:nvSpPr>
        <p:spPr>
          <a:xfrm xmlns:a="http://schemas.openxmlformats.org/drawingml/2006/main">
            <a:off x="6191250" y="5619750"/>
            <a:ext cx="5238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0000"/>
              </a:lnSpc>
              <a:buNone/>
              <a:defRPr sz="1875" b="1">
                <a:solidFill>
                  <a:srgbClr val="43D5C9"/>
                </a:solidFill>
                <a:latin typeface="Tahoma"/>
                <a:ea typeface="Tahoma"/>
                <a:cs typeface="Tahoma"/>
              </a:defRPr>
            </a:pPr>
            <a:r>
              <a:rPr sz="1875" b="1">
                <a:solidFill>
                  <a:srgbClr val="43D5C9"/>
                </a:solidFill>
                <a:latin typeface="Tahoma"/>
                <a:ea typeface="Tahoma"/>
                <a:cs typeface="Tahoma"/>
              </a:rPr>
              <a:t>หลักฐานบน wire &gt; screenshot ของ app</a:t>
            </a:r>
          </a:p>
        </p:txBody>
      </p:sp>
    </p:spTree>
    <p:extLst>
      <p:ext uri="{BB962C8B-B14F-4D97-AF65-F5344CB8AC3E}">
        <p14:creationId xmlns:p14="http://schemas.microsoft.com/office/powerpoint/2010/main" val="1298710062"/>
      </p:ext>
    </p:extLst>
  </p:cSld>
</p:sld>
</file>

<file path=ppt/slides/slide12.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B66AC25B-3A54-4A20-87B4-40113BEF8638}"/>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0A6A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153C113-B795-4B3B-A9A2-724F622B42E1}"/>
              </a:ext>
            </a:extLst>
          </p:cNvPr>
          <p:cNvSpPr>
            <a:spLocks xmlns:a="http://schemas.openxmlformats.org/drawingml/2006/main" noGrp="1"/>
          </p:cNvSpPr>
          <p:nvPr/>
        </p:nvSpPr>
        <p:spPr>
          <a:xfrm xmlns:a="http://schemas.openxmlformats.org/drawingml/2006/main">
            <a:off x="685800" y="3619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050" b="1">
                <a:solidFill>
                  <a:srgbClr val="00A6A6"/>
                </a:solidFill>
                <a:latin typeface="Tahoma"/>
                <a:ea typeface="Tahoma"/>
                <a:cs typeface="Tahoma"/>
              </a:defRPr>
            </a:pPr>
            <a:r>
              <a:rPr sz="1050" b="1">
                <a:solidFill>
                  <a:srgbClr val="00A6A6"/>
                </a:solidFill>
                <a:latin typeface="Tahoma"/>
                <a:ea typeface="Tahoma"/>
                <a:cs typeface="Tahoma"/>
              </a:rPr>
              <a:t>MEASUREMENT</a:t>
            </a:r>
          </a:p>
        </p:txBody>
      </p:sp>
      <p:sp>
        <p:nvSpPr>
          <p:cNvPr id="3" name="">
            <a:extLst xmlns:a="http://schemas.openxmlformats.org/drawingml/2006/main">
              <a:ext uri="{FF2B5EF4-FFF2-40B4-BE49-F238E27FC236}">
                <a16:creationId xmlns:a16="http://schemas.microsoft.com/office/drawing/2014/main" id="{B527AB33-358E-4547-9BFD-B25D770855F7}"/>
              </a:ext>
            </a:extLst>
          </p:cNvPr>
          <p:cNvSpPr>
            <a:spLocks xmlns:a="http://schemas.openxmlformats.org/drawingml/2006/main" noGrp="1"/>
          </p:cNvSpPr>
          <p:nvPr/>
        </p:nvSpPr>
        <p:spPr>
          <a:xfrm xmlns:a="http://schemas.openxmlformats.org/drawingml/2006/main">
            <a:off x="685800" y="6667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3150" b="1">
                <a:solidFill>
                  <a:srgbClr val="0B1F33"/>
                </a:solidFill>
                <a:latin typeface="Tahoma"/>
                <a:ea typeface="Tahoma"/>
                <a:cs typeface="Tahoma"/>
              </a:defRPr>
            </a:pPr>
            <a:r>
              <a:rPr sz="3150" b="1">
                <a:solidFill>
                  <a:srgbClr val="0B1F33"/>
                </a:solidFill>
                <a:latin typeface="Tahoma"/>
                <a:ea typeface="Tahoma"/>
                <a:cs typeface="Tahoma"/>
              </a:rPr>
              <a:t>Benchmark ต้องเทียบ workload เดียวกันก่อนเทียบผล</a:t>
            </a:r>
          </a:p>
        </p:txBody>
      </p:sp>
      <p:sp>
        <p:nvSpPr>
          <p:cNvPr id="4" name="">
            <a:extLst xmlns:a="http://schemas.openxmlformats.org/drawingml/2006/main">
              <a:ext uri="{FF2B5EF4-FFF2-40B4-BE49-F238E27FC236}">
                <a16:creationId xmlns:a16="http://schemas.microsoft.com/office/drawing/2014/main" id="{9BCF36C2-A2E9-419A-BB32-D42AF3CA6892}"/>
              </a:ext>
            </a:extLst>
          </p:cNvPr>
          <p:cNvSpPr>
            <a:spLocks xmlns:a="http://schemas.openxmlformats.org/drawingml/2006/main" noGrp="1"/>
          </p:cNvSpPr>
          <p:nvPr/>
        </p:nvSpPr>
        <p:spPr>
          <a:xfrm xmlns:a="http://schemas.openxmlformats.org/drawingml/2006/main">
            <a:off x="685800" y="1304925"/>
            <a:ext cx="10820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425" b="0">
                <a:solidFill>
                  <a:srgbClr val="5E7182"/>
                </a:solidFill>
                <a:latin typeface="Tahoma"/>
                <a:ea typeface="Tahoma"/>
                <a:cs typeface="Tahoma"/>
              </a:defRPr>
            </a:pPr>
            <a:r>
              <a:rPr sz="1425" b="0">
                <a:solidFill>
                  <a:srgbClr val="5E7182"/>
                </a:solidFill>
                <a:latin typeface="Tahoma"/>
                <a:ea typeface="Tahoma"/>
                <a:cs typeface="Tahoma"/>
              </a:rPr>
              <a:t>RAW • RELIABLE-ALL • DART | 0%, 5%, 10%, 20% loss | 5 sensors × 4s | repeats=5</a:t>
            </a:r>
          </a:p>
        </p:txBody>
      </p:sp>
      <p:sp>
        <p:nvSpPr>
          <p:cNvPr id="5" name="">
            <a:extLst xmlns:a="http://schemas.openxmlformats.org/drawingml/2006/main">
              <a:ext uri="{FF2B5EF4-FFF2-40B4-BE49-F238E27FC236}">
                <a16:creationId xmlns:a16="http://schemas.microsoft.com/office/drawing/2014/main" id="{E34D6E74-0F3A-4B55-B5CD-C4FA8DC0B1B9}"/>
              </a:ext>
            </a:extLst>
          </p:cNvPr>
          <p:cNvSpPr>
            <a:spLocks xmlns:a="http://schemas.openxmlformats.org/drawingml/2006/main" noGrp="1"/>
          </p:cNvSpPr>
          <p:nvPr/>
        </p:nvSpPr>
        <p:spPr>
          <a:xfrm xmlns:a="http://schemas.openxmlformats.org/drawingml/2006/main">
            <a:off x="685800" y="6362700"/>
            <a:ext cx="10820400" cy="9525"/>
          </a:xfrm>
          <a:prstGeom xmlns:a="http://schemas.openxmlformats.org/drawingml/2006/main" prst="rect">
            <a:avLst/>
          </a:prstGeom>
          <a:solidFill xmlns:a="http://schemas.openxmlformats.org/drawingml/2006/main">
            <a:srgbClr val="D6E1E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0002CC8-0DC1-4427-B8C9-4F2A6D66B4C9}"/>
              </a:ext>
            </a:extLst>
          </p:cNvPr>
          <p:cNvSpPr>
            <a:spLocks xmlns:a="http://schemas.openxmlformats.org/drawingml/2006/main" noGrp="1"/>
          </p:cNvSpPr>
          <p:nvPr/>
        </p:nvSpPr>
        <p:spPr>
          <a:xfrm xmlns:a="http://schemas.openxmlformats.org/drawingml/2006/main">
            <a:off x="685800" y="64579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050" b="1">
                <a:solidFill>
                  <a:srgbClr val="5E7182"/>
                </a:solidFill>
                <a:latin typeface="Tahoma"/>
                <a:ea typeface="Tahoma"/>
                <a:cs typeface="Tahoma"/>
              </a:defRPr>
            </a:pPr>
            <a:r>
              <a:rPr sz="1050" b="1">
                <a:solidFill>
                  <a:srgbClr val="5E7182"/>
                </a:solidFill>
                <a:latin typeface="Tahoma"/>
                <a:ea typeface="Tahoma"/>
                <a:cs typeface="Tahoma"/>
              </a:rPr>
              <a:t>DART v1</a:t>
            </a:r>
          </a:p>
        </p:txBody>
      </p:sp>
      <p:sp>
        <p:nvSpPr>
          <p:cNvPr id="7" name="">
            <a:extLst xmlns:a="http://schemas.openxmlformats.org/drawingml/2006/main">
              <a:ext uri="{FF2B5EF4-FFF2-40B4-BE49-F238E27FC236}">
                <a16:creationId xmlns:a16="http://schemas.microsoft.com/office/drawing/2014/main" id="{9F2EF76C-C5B8-4B21-92E8-A4905077B520}"/>
              </a:ext>
            </a:extLst>
          </p:cNvPr>
          <p:cNvSpPr>
            <a:spLocks xmlns:a="http://schemas.openxmlformats.org/drawingml/2006/main" noGrp="1"/>
          </p:cNvSpPr>
          <p:nvPr/>
        </p:nvSpPr>
        <p:spPr>
          <a:xfrm xmlns:a="http://schemas.openxmlformats.org/drawingml/2006/main">
            <a:off x="10763250" y="6457950"/>
            <a:ext cx="742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0000"/>
              </a:lnSpc>
              <a:buNone/>
              <a:defRPr sz="1050" b="1">
                <a:solidFill>
                  <a:srgbClr val="5E7182"/>
                </a:solidFill>
                <a:latin typeface="Tahoma"/>
                <a:ea typeface="Tahoma"/>
                <a:cs typeface="Tahoma"/>
              </a:defRPr>
            </a:pPr>
            <a:r>
              <a:rPr sz="1050" b="1">
                <a:solidFill>
                  <a:srgbClr val="5E7182"/>
                </a:solidFill>
                <a:latin typeface="Tahoma"/>
                <a:ea typeface="Tahoma"/>
                <a:cs typeface="Tahoma"/>
              </a:rPr>
              <a:t>12</a:t>
            </a:r>
          </a:p>
        </p:txBody>
      </p:sp>
      <p:sp>
        <p:nvSpPr>
          <p:cNvPr id="8" name="">
            <a:extLst xmlns:a="http://schemas.openxmlformats.org/drawingml/2006/main">
              <a:ext uri="{FF2B5EF4-FFF2-40B4-BE49-F238E27FC236}">
                <a16:creationId xmlns:a16="http://schemas.microsoft.com/office/drawing/2014/main" id="{7A89790A-8DD4-4F94-A1A8-06299C883CA5}"/>
              </a:ext>
            </a:extLst>
          </p:cNvPr>
          <p:cNvSpPr>
            <a:spLocks xmlns:a="http://schemas.openxmlformats.org/drawingml/2006/main" noGrp="1"/>
          </p:cNvSpPr>
          <p:nvPr/>
        </p:nvSpPr>
        <p:spPr>
          <a:xfrm xmlns:a="http://schemas.openxmlformats.org/drawingml/2006/main">
            <a:off x="1381125" y="3000375"/>
            <a:ext cx="9334500" cy="38100"/>
          </a:xfrm>
          <a:prstGeom xmlns:a="http://schemas.openxmlformats.org/drawingml/2006/main" prst="rect">
            <a:avLst/>
          </a:prstGeom>
          <a:solidFill xmlns:a="http://schemas.openxmlformats.org/drawingml/2006/main">
            <a:srgbClr val="D6E1E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3C8550ED-1164-400A-B5A5-493EED58ABE5}"/>
              </a:ext>
            </a:extLst>
          </p:cNvPr>
          <p:cNvSpPr>
            <a:spLocks xmlns:a="http://schemas.openxmlformats.org/drawingml/2006/main" noGrp="1"/>
          </p:cNvSpPr>
          <p:nvPr/>
        </p:nvSpPr>
        <p:spPr>
          <a:xfrm xmlns:a="http://schemas.openxmlformats.org/drawingml/2006/main">
            <a:off x="1524000" y="2619375"/>
            <a:ext cx="800100" cy="800100"/>
          </a:xfrm>
          <a:prstGeom xmlns:a="http://schemas.openxmlformats.org/drawingml/2006/main" prst="ellipse">
            <a:avLst/>
          </a:prstGeom>
          <a:solidFill xmlns:a="http://schemas.openxmlformats.org/drawingml/2006/main">
            <a:srgbClr val="FFFFFF"/>
          </a:solidFill>
          <a:ln xmlns:a="http://schemas.openxmlformats.org/drawingml/2006/main" w="47625">
            <a:solidFill>
              <a:srgbClr val="00A6A6"/>
            </a:solidFill>
            <a:prstDash val="solid"/>
          </a:ln>
        </p:spPr>
      </p:sp>
      <p:sp>
        <p:nvSpPr>
          <p:cNvPr id="10" name="">
            <a:extLst xmlns:a="http://schemas.openxmlformats.org/drawingml/2006/main">
              <a:ext uri="{FF2B5EF4-FFF2-40B4-BE49-F238E27FC236}">
                <a16:creationId xmlns:a16="http://schemas.microsoft.com/office/drawing/2014/main" id="{DDC21704-250D-484E-BE66-1B7DCD74EF3E}"/>
              </a:ext>
            </a:extLst>
          </p:cNvPr>
          <p:cNvSpPr>
            <a:spLocks xmlns:a="http://schemas.openxmlformats.org/drawingml/2006/main" noGrp="1"/>
          </p:cNvSpPr>
          <p:nvPr/>
        </p:nvSpPr>
        <p:spPr>
          <a:xfrm xmlns:a="http://schemas.openxmlformats.org/drawingml/2006/main">
            <a:off x="1695450" y="2781300"/>
            <a:ext cx="457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0000"/>
              </a:lnSpc>
              <a:buNone/>
              <a:defRPr sz="2325" b="1">
                <a:solidFill>
                  <a:srgbClr val="00A6A6"/>
                </a:solidFill>
                <a:latin typeface="Tahoma"/>
                <a:ea typeface="Tahoma"/>
                <a:cs typeface="Tahoma"/>
              </a:defRPr>
            </a:pPr>
            <a:r>
              <a:rPr sz="2325" b="1">
                <a:solidFill>
                  <a:srgbClr val="00A6A6"/>
                </a:solidFill>
                <a:latin typeface="Tahoma"/>
                <a:ea typeface="Tahoma"/>
                <a:cs typeface="Tahoma"/>
              </a:rPr>
              <a:t>1</a:t>
            </a:r>
          </a:p>
        </p:txBody>
      </p:sp>
      <p:sp>
        <p:nvSpPr>
          <p:cNvPr id="11" name="">
            <a:extLst xmlns:a="http://schemas.openxmlformats.org/drawingml/2006/main">
              <a:ext uri="{FF2B5EF4-FFF2-40B4-BE49-F238E27FC236}">
                <a16:creationId xmlns:a16="http://schemas.microsoft.com/office/drawing/2014/main" id="{513E7493-8280-487B-B6BB-1F55B13C48EF}"/>
              </a:ext>
            </a:extLst>
          </p:cNvPr>
          <p:cNvSpPr>
            <a:spLocks xmlns:a="http://schemas.openxmlformats.org/drawingml/2006/main" noGrp="1"/>
          </p:cNvSpPr>
          <p:nvPr/>
        </p:nvSpPr>
        <p:spPr>
          <a:xfrm xmlns:a="http://schemas.openxmlformats.org/drawingml/2006/main">
            <a:off x="1162050" y="3667125"/>
            <a:ext cx="152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0000"/>
              </a:lnSpc>
              <a:buNone/>
              <a:defRPr sz="1575" b="1">
                <a:solidFill>
                  <a:srgbClr val="0B1F33"/>
                </a:solidFill>
                <a:latin typeface="Tahoma"/>
                <a:ea typeface="Tahoma"/>
                <a:cs typeface="Tahoma"/>
              </a:defRPr>
            </a:pPr>
            <a:r>
              <a:rPr sz="1575" b="1">
                <a:solidFill>
                  <a:srgbClr val="0B1F33"/>
                </a:solidFill>
                <a:latin typeface="Tahoma"/>
                <a:ea typeface="Tahoma"/>
                <a:cs typeface="Tahoma"/>
              </a:rPr>
              <a:t>Precompute</a:t>
            </a:r>
          </a:p>
          <a:p xmlns:a="http://schemas.openxmlformats.org/drawingml/2006/main">
            <a:pPr algn="ctr">
              <a:lnSpc>
                <a:spcPct val="100000"/>
              </a:lnSpc>
              <a:buNone/>
              <a:defRPr sz="1575" b="1">
                <a:solidFill>
                  <a:srgbClr val="0B1F33"/>
                </a:solidFill>
                <a:latin typeface="Tahoma"/>
                <a:ea typeface="Tahoma"/>
                <a:cs typeface="Tahoma"/>
              </a:defRPr>
            </a:pPr>
            <a:r>
              <a:rPr sz="1575" b="1">
                <a:solidFill>
                  <a:srgbClr val="0B1F33"/>
                </a:solidFill>
                <a:latin typeface="Tahoma"/>
                <a:ea typeface="Tahoma"/>
                <a:cs typeface="Tahoma"/>
              </a:rPr>
              <a:t>events</a:t>
            </a:r>
          </a:p>
        </p:txBody>
      </p:sp>
      <p:sp>
        <p:nvSpPr>
          <p:cNvPr id="12" name="">
            <a:extLst xmlns:a="http://schemas.openxmlformats.org/drawingml/2006/main">
              <a:ext uri="{FF2B5EF4-FFF2-40B4-BE49-F238E27FC236}">
                <a16:creationId xmlns:a16="http://schemas.microsoft.com/office/drawing/2014/main" id="{E1FA788A-67F3-4FD2-8280-99B891B02F25}"/>
              </a:ext>
            </a:extLst>
          </p:cNvPr>
          <p:cNvSpPr>
            <a:spLocks xmlns:a="http://schemas.openxmlformats.org/drawingml/2006/main" noGrp="1"/>
          </p:cNvSpPr>
          <p:nvPr/>
        </p:nvSpPr>
        <p:spPr>
          <a:xfrm xmlns:a="http://schemas.openxmlformats.org/drawingml/2006/main">
            <a:off x="4000500" y="2619375"/>
            <a:ext cx="800100" cy="800100"/>
          </a:xfrm>
          <a:prstGeom xmlns:a="http://schemas.openxmlformats.org/drawingml/2006/main" prst="ellipse">
            <a:avLst/>
          </a:prstGeom>
          <a:solidFill xmlns:a="http://schemas.openxmlformats.org/drawingml/2006/main">
            <a:srgbClr val="FFFFFF"/>
          </a:solidFill>
          <a:ln xmlns:a="http://schemas.openxmlformats.org/drawingml/2006/main" w="47625">
            <a:solidFill>
              <a:srgbClr val="43D5C9"/>
            </a:solidFill>
            <a:prstDash val="solid"/>
          </a:ln>
        </p:spPr>
      </p:sp>
      <p:sp>
        <p:nvSpPr>
          <p:cNvPr id="13" name="">
            <a:extLst xmlns:a="http://schemas.openxmlformats.org/drawingml/2006/main">
              <a:ext uri="{FF2B5EF4-FFF2-40B4-BE49-F238E27FC236}">
                <a16:creationId xmlns:a16="http://schemas.microsoft.com/office/drawing/2014/main" id="{C3068516-DC87-4F1F-BF61-8DDF37ACB59F}"/>
              </a:ext>
            </a:extLst>
          </p:cNvPr>
          <p:cNvSpPr>
            <a:spLocks xmlns:a="http://schemas.openxmlformats.org/drawingml/2006/main" noGrp="1"/>
          </p:cNvSpPr>
          <p:nvPr/>
        </p:nvSpPr>
        <p:spPr>
          <a:xfrm xmlns:a="http://schemas.openxmlformats.org/drawingml/2006/main">
            <a:off x="4171950" y="2781300"/>
            <a:ext cx="457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0000"/>
              </a:lnSpc>
              <a:buNone/>
              <a:defRPr sz="2325" b="1">
                <a:solidFill>
                  <a:srgbClr val="43D5C9"/>
                </a:solidFill>
                <a:latin typeface="Tahoma"/>
                <a:ea typeface="Tahoma"/>
                <a:cs typeface="Tahoma"/>
              </a:defRPr>
            </a:pPr>
            <a:r>
              <a:rPr sz="2325" b="1">
                <a:solidFill>
                  <a:srgbClr val="43D5C9"/>
                </a:solidFill>
                <a:latin typeface="Tahoma"/>
                <a:ea typeface="Tahoma"/>
                <a:cs typeface="Tahoma"/>
              </a:rPr>
              <a:t>2</a:t>
            </a:r>
          </a:p>
        </p:txBody>
      </p:sp>
      <p:sp>
        <p:nvSpPr>
          <p:cNvPr id="14" name="">
            <a:extLst xmlns:a="http://schemas.openxmlformats.org/drawingml/2006/main">
              <a:ext uri="{FF2B5EF4-FFF2-40B4-BE49-F238E27FC236}">
                <a16:creationId xmlns:a16="http://schemas.microsoft.com/office/drawing/2014/main" id="{534601B1-12C3-4054-8E38-6114AD9FD4BD}"/>
              </a:ext>
            </a:extLst>
          </p:cNvPr>
          <p:cNvSpPr>
            <a:spLocks xmlns:a="http://schemas.openxmlformats.org/drawingml/2006/main" noGrp="1"/>
          </p:cNvSpPr>
          <p:nvPr/>
        </p:nvSpPr>
        <p:spPr>
          <a:xfrm xmlns:a="http://schemas.openxmlformats.org/drawingml/2006/main">
            <a:off x="3638550" y="3667125"/>
            <a:ext cx="152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0000"/>
              </a:lnSpc>
              <a:buNone/>
              <a:defRPr sz="1575" b="1">
                <a:solidFill>
                  <a:srgbClr val="0B1F33"/>
                </a:solidFill>
                <a:latin typeface="Tahoma"/>
                <a:ea typeface="Tahoma"/>
                <a:cs typeface="Tahoma"/>
              </a:defRPr>
            </a:pPr>
            <a:r>
              <a:rPr sz="1575" b="1">
                <a:solidFill>
                  <a:srgbClr val="0B1F33"/>
                </a:solidFill>
                <a:latin typeface="Tahoma"/>
                <a:ea typeface="Tahoma"/>
                <a:cs typeface="Tahoma"/>
              </a:rPr>
              <a:t>Barrier</a:t>
            </a:r>
          </a:p>
          <a:p xmlns:a="http://schemas.openxmlformats.org/drawingml/2006/main">
            <a:pPr algn="ctr">
              <a:lnSpc>
                <a:spcPct val="100000"/>
              </a:lnSpc>
              <a:buNone/>
              <a:defRPr sz="1575" b="1">
                <a:solidFill>
                  <a:srgbClr val="0B1F33"/>
                </a:solidFill>
                <a:latin typeface="Tahoma"/>
                <a:ea typeface="Tahoma"/>
                <a:cs typeface="Tahoma"/>
              </a:defRPr>
            </a:pPr>
            <a:r>
              <a:rPr sz="1575" b="1">
                <a:solidFill>
                  <a:srgbClr val="0B1F33"/>
                </a:solidFill>
                <a:latin typeface="Tahoma"/>
                <a:ea typeface="Tahoma"/>
                <a:cs typeface="Tahoma"/>
              </a:rPr>
              <a:t>start</a:t>
            </a:r>
          </a:p>
        </p:txBody>
      </p:sp>
      <p:sp>
        <p:nvSpPr>
          <p:cNvPr id="15" name="">
            <a:extLst xmlns:a="http://schemas.openxmlformats.org/drawingml/2006/main">
              <a:ext uri="{FF2B5EF4-FFF2-40B4-BE49-F238E27FC236}">
                <a16:creationId xmlns:a16="http://schemas.microsoft.com/office/drawing/2014/main" id="{E557BC7F-B520-4E7C-8C1B-288CC8E7D1E4}"/>
              </a:ext>
            </a:extLst>
          </p:cNvPr>
          <p:cNvSpPr>
            <a:spLocks xmlns:a="http://schemas.openxmlformats.org/drawingml/2006/main" noGrp="1"/>
          </p:cNvSpPr>
          <p:nvPr/>
        </p:nvSpPr>
        <p:spPr>
          <a:xfrm xmlns:a="http://schemas.openxmlformats.org/drawingml/2006/main">
            <a:off x="6477000" y="2619375"/>
            <a:ext cx="800100" cy="800100"/>
          </a:xfrm>
          <a:prstGeom xmlns:a="http://schemas.openxmlformats.org/drawingml/2006/main" prst="ellipse">
            <a:avLst/>
          </a:prstGeom>
          <a:solidFill xmlns:a="http://schemas.openxmlformats.org/drawingml/2006/main">
            <a:srgbClr val="FFFFFF"/>
          </a:solidFill>
          <a:ln xmlns:a="http://schemas.openxmlformats.org/drawingml/2006/main" w="47625">
            <a:solidFill>
              <a:srgbClr val="F5A623"/>
            </a:solidFill>
            <a:prstDash val="solid"/>
          </a:ln>
        </p:spPr>
      </p:sp>
      <p:sp>
        <p:nvSpPr>
          <p:cNvPr id="16" name="">
            <a:extLst xmlns:a="http://schemas.openxmlformats.org/drawingml/2006/main">
              <a:ext uri="{FF2B5EF4-FFF2-40B4-BE49-F238E27FC236}">
                <a16:creationId xmlns:a16="http://schemas.microsoft.com/office/drawing/2014/main" id="{1F7C9FA8-6442-4BAC-97C4-952D26031C28}"/>
              </a:ext>
            </a:extLst>
          </p:cNvPr>
          <p:cNvSpPr>
            <a:spLocks xmlns:a="http://schemas.openxmlformats.org/drawingml/2006/main" noGrp="1"/>
          </p:cNvSpPr>
          <p:nvPr/>
        </p:nvSpPr>
        <p:spPr>
          <a:xfrm xmlns:a="http://schemas.openxmlformats.org/drawingml/2006/main">
            <a:off x="6648450" y="2781300"/>
            <a:ext cx="457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0000"/>
              </a:lnSpc>
              <a:buNone/>
              <a:defRPr sz="2325" b="1">
                <a:solidFill>
                  <a:srgbClr val="F5A623"/>
                </a:solidFill>
                <a:latin typeface="Tahoma"/>
                <a:ea typeface="Tahoma"/>
                <a:cs typeface="Tahoma"/>
              </a:defRPr>
            </a:pPr>
            <a:r>
              <a:rPr sz="2325" b="1">
                <a:solidFill>
                  <a:srgbClr val="F5A623"/>
                </a:solidFill>
                <a:latin typeface="Tahoma"/>
                <a:ea typeface="Tahoma"/>
                <a:cs typeface="Tahoma"/>
              </a:rPr>
              <a:t>3</a:t>
            </a:r>
          </a:p>
        </p:txBody>
      </p:sp>
      <p:sp>
        <p:nvSpPr>
          <p:cNvPr id="17" name="">
            <a:extLst xmlns:a="http://schemas.openxmlformats.org/drawingml/2006/main">
              <a:ext uri="{FF2B5EF4-FFF2-40B4-BE49-F238E27FC236}">
                <a16:creationId xmlns:a16="http://schemas.microsoft.com/office/drawing/2014/main" id="{1B69CB24-5978-463E-9FB8-1022D973D93C}"/>
              </a:ext>
            </a:extLst>
          </p:cNvPr>
          <p:cNvSpPr>
            <a:spLocks xmlns:a="http://schemas.openxmlformats.org/drawingml/2006/main" noGrp="1"/>
          </p:cNvSpPr>
          <p:nvPr/>
        </p:nvSpPr>
        <p:spPr>
          <a:xfrm xmlns:a="http://schemas.openxmlformats.org/drawingml/2006/main">
            <a:off x="6115050" y="3667125"/>
            <a:ext cx="152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0000"/>
              </a:lnSpc>
              <a:buNone/>
              <a:defRPr sz="1575" b="1">
                <a:solidFill>
                  <a:srgbClr val="0B1F33"/>
                </a:solidFill>
                <a:latin typeface="Tahoma"/>
                <a:ea typeface="Tahoma"/>
                <a:cs typeface="Tahoma"/>
              </a:defRPr>
            </a:pPr>
            <a:r>
              <a:rPr sz="1575" b="1">
                <a:solidFill>
                  <a:srgbClr val="0B1F33"/>
                </a:solidFill>
                <a:latin typeface="Tahoma"/>
                <a:ea typeface="Tahoma"/>
                <a:cs typeface="Tahoma"/>
              </a:rPr>
              <a:t>Run each</a:t>
            </a:r>
          </a:p>
          <a:p xmlns:a="http://schemas.openxmlformats.org/drawingml/2006/main">
            <a:pPr algn="ctr">
              <a:lnSpc>
                <a:spcPct val="100000"/>
              </a:lnSpc>
              <a:buNone/>
              <a:defRPr sz="1575" b="1">
                <a:solidFill>
                  <a:srgbClr val="0B1F33"/>
                </a:solidFill>
                <a:latin typeface="Tahoma"/>
                <a:ea typeface="Tahoma"/>
                <a:cs typeface="Tahoma"/>
              </a:defRPr>
            </a:pPr>
            <a:r>
              <a:rPr sz="1575" b="1">
                <a:solidFill>
                  <a:srgbClr val="0B1F33"/>
                </a:solidFill>
                <a:latin typeface="Tahoma"/>
                <a:ea typeface="Tahoma"/>
                <a:cs typeface="Tahoma"/>
              </a:rPr>
              <a:t>policy</a:t>
            </a:r>
          </a:p>
        </p:txBody>
      </p:sp>
      <p:sp>
        <p:nvSpPr>
          <p:cNvPr id="18" name="">
            <a:extLst xmlns:a="http://schemas.openxmlformats.org/drawingml/2006/main">
              <a:ext uri="{FF2B5EF4-FFF2-40B4-BE49-F238E27FC236}">
                <a16:creationId xmlns:a16="http://schemas.microsoft.com/office/drawing/2014/main" id="{D58317C0-E65F-4CC2-B454-3FBA2F191B58}"/>
              </a:ext>
            </a:extLst>
          </p:cNvPr>
          <p:cNvSpPr>
            <a:spLocks xmlns:a="http://schemas.openxmlformats.org/drawingml/2006/main" noGrp="1"/>
          </p:cNvSpPr>
          <p:nvPr/>
        </p:nvSpPr>
        <p:spPr>
          <a:xfrm xmlns:a="http://schemas.openxmlformats.org/drawingml/2006/main">
            <a:off x="8953500" y="2619375"/>
            <a:ext cx="800100" cy="800100"/>
          </a:xfrm>
          <a:prstGeom xmlns:a="http://schemas.openxmlformats.org/drawingml/2006/main" prst="ellipse">
            <a:avLst/>
          </a:prstGeom>
          <a:solidFill xmlns:a="http://schemas.openxmlformats.org/drawingml/2006/main">
            <a:srgbClr val="FFFFFF"/>
          </a:solidFill>
          <a:ln xmlns:a="http://schemas.openxmlformats.org/drawingml/2006/main" w="47625">
            <a:solidFill>
              <a:srgbClr val="FF6B5E"/>
            </a:solidFill>
            <a:prstDash val="solid"/>
          </a:ln>
        </p:spPr>
      </p:sp>
      <p:sp>
        <p:nvSpPr>
          <p:cNvPr id="19" name="">
            <a:extLst xmlns:a="http://schemas.openxmlformats.org/drawingml/2006/main">
              <a:ext uri="{FF2B5EF4-FFF2-40B4-BE49-F238E27FC236}">
                <a16:creationId xmlns:a16="http://schemas.microsoft.com/office/drawing/2014/main" id="{4A89C689-270B-4204-9BE4-D8B4D99EF283}"/>
              </a:ext>
            </a:extLst>
          </p:cNvPr>
          <p:cNvSpPr>
            <a:spLocks xmlns:a="http://schemas.openxmlformats.org/drawingml/2006/main" noGrp="1"/>
          </p:cNvSpPr>
          <p:nvPr/>
        </p:nvSpPr>
        <p:spPr>
          <a:xfrm xmlns:a="http://schemas.openxmlformats.org/drawingml/2006/main">
            <a:off x="9124950" y="2781300"/>
            <a:ext cx="457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0000"/>
              </a:lnSpc>
              <a:buNone/>
              <a:defRPr sz="2325" b="1">
                <a:solidFill>
                  <a:srgbClr val="FF6B5E"/>
                </a:solidFill>
                <a:latin typeface="Tahoma"/>
                <a:ea typeface="Tahoma"/>
                <a:cs typeface="Tahoma"/>
              </a:defRPr>
            </a:pPr>
            <a:r>
              <a:rPr sz="2325" b="1">
                <a:solidFill>
                  <a:srgbClr val="FF6B5E"/>
                </a:solidFill>
                <a:latin typeface="Tahoma"/>
                <a:ea typeface="Tahoma"/>
                <a:cs typeface="Tahoma"/>
              </a:rPr>
              <a:t>4</a:t>
            </a:r>
          </a:p>
        </p:txBody>
      </p:sp>
      <p:sp>
        <p:nvSpPr>
          <p:cNvPr id="20" name="">
            <a:extLst xmlns:a="http://schemas.openxmlformats.org/drawingml/2006/main">
              <a:ext uri="{FF2B5EF4-FFF2-40B4-BE49-F238E27FC236}">
                <a16:creationId xmlns:a16="http://schemas.microsoft.com/office/drawing/2014/main" id="{84A75E2F-7DA8-4C7D-9632-1C5B7C75C60A}"/>
              </a:ext>
            </a:extLst>
          </p:cNvPr>
          <p:cNvSpPr>
            <a:spLocks xmlns:a="http://schemas.openxmlformats.org/drawingml/2006/main" noGrp="1"/>
          </p:cNvSpPr>
          <p:nvPr/>
        </p:nvSpPr>
        <p:spPr>
          <a:xfrm xmlns:a="http://schemas.openxmlformats.org/drawingml/2006/main">
            <a:off x="8591550" y="3667125"/>
            <a:ext cx="152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093"/>
          </a:bodyPr>
          <a:lstStyle xmlns:a="http://schemas.openxmlformats.org/drawingml/2006/main"/>
          <a:p xmlns:a="http://schemas.openxmlformats.org/drawingml/2006/main">
            <a:pPr algn="ctr">
              <a:lnSpc>
                <a:spcPct val="100000"/>
              </a:lnSpc>
              <a:buNone/>
              <a:defRPr sz="1575" b="1">
                <a:solidFill>
                  <a:srgbClr val="0B1F33"/>
                </a:solidFill>
                <a:latin typeface="Tahoma"/>
                <a:ea typeface="Tahoma"/>
                <a:cs typeface="Tahoma"/>
              </a:defRPr>
            </a:pPr>
            <a:r>
              <a:rPr sz="1575" b="1">
                <a:solidFill>
                  <a:srgbClr val="0B1F33"/>
                </a:solidFill>
                <a:latin typeface="Tahoma"/>
                <a:ea typeface="Tahoma"/>
                <a:cs typeface="Tahoma"/>
              </a:rPr>
              <a:t>Verify SHA-256</a:t>
            </a:r>
          </a:p>
          <a:p xmlns:a="http://schemas.openxmlformats.org/drawingml/2006/main">
            <a:pPr algn="ctr">
              <a:lnSpc>
                <a:spcPct val="100000"/>
              </a:lnSpc>
              <a:buNone/>
              <a:defRPr sz="1575" b="1">
                <a:solidFill>
                  <a:srgbClr val="0B1F33"/>
                </a:solidFill>
                <a:latin typeface="Tahoma"/>
                <a:ea typeface="Tahoma"/>
                <a:cs typeface="Tahoma"/>
              </a:defRPr>
            </a:pPr>
            <a:r>
              <a:rPr sz="1575" b="1">
                <a:solidFill>
                  <a:srgbClr val="0B1F33"/>
                </a:solidFill>
                <a:latin typeface="Tahoma"/>
                <a:ea typeface="Tahoma"/>
                <a:cs typeface="Tahoma"/>
              </a:rPr>
              <a:t>fingerprint</a:t>
            </a:r>
          </a:p>
        </p:txBody>
      </p:sp>
      <p:sp>
        <p:nvSpPr>
          <p:cNvPr id="21" name="">
            <a:extLst xmlns:a="http://schemas.openxmlformats.org/drawingml/2006/main">
              <a:ext uri="{FF2B5EF4-FFF2-40B4-BE49-F238E27FC236}">
                <a16:creationId xmlns:a16="http://schemas.microsoft.com/office/drawing/2014/main" id="{A67DF52D-3197-4BC8-BAF5-84A5F1A50FB0}"/>
              </a:ext>
            </a:extLst>
          </p:cNvPr>
          <p:cNvSpPr>
            <a:spLocks xmlns:a="http://schemas.openxmlformats.org/drawingml/2006/main" noGrp="1"/>
          </p:cNvSpPr>
          <p:nvPr/>
        </p:nvSpPr>
        <p:spPr>
          <a:xfrm xmlns:a="http://schemas.openxmlformats.org/drawingml/2006/main">
            <a:off x="685800" y="4810125"/>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875" b="1">
                <a:solidFill>
                  <a:srgbClr val="00A6A6"/>
                </a:solidFill>
                <a:latin typeface="Tahoma"/>
                <a:ea typeface="Tahoma"/>
                <a:cs typeface="Tahoma"/>
              </a:defRPr>
            </a:pPr>
            <a:r>
              <a:rPr sz="1875" b="1">
                <a:solidFill>
                  <a:srgbClr val="00A6A6"/>
                </a:solidFill>
                <a:latin typeface="Tahoma"/>
                <a:ea typeface="Tahoma"/>
                <a:cs typeface="Tahoma"/>
              </a:rPr>
              <a:t>Metrics</a:t>
            </a:r>
          </a:p>
        </p:txBody>
      </p:sp>
      <p:sp>
        <p:nvSpPr>
          <p:cNvPr id="22" name="">
            <a:extLst xmlns:a="http://schemas.openxmlformats.org/drawingml/2006/main">
              <a:ext uri="{FF2B5EF4-FFF2-40B4-BE49-F238E27FC236}">
                <a16:creationId xmlns:a16="http://schemas.microsoft.com/office/drawing/2014/main" id="{5E75A929-67C3-4CFC-98B2-2BAA3FE60A4D}"/>
              </a:ext>
            </a:extLst>
          </p:cNvPr>
          <p:cNvSpPr>
            <a:spLocks xmlns:a="http://schemas.openxmlformats.org/drawingml/2006/main" noGrp="1"/>
          </p:cNvSpPr>
          <p:nvPr/>
        </p:nvSpPr>
        <p:spPr>
          <a:xfrm xmlns:a="http://schemas.openxmlformats.org/drawingml/2006/main">
            <a:off x="1952625" y="4810125"/>
            <a:ext cx="95535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575" b="0">
                <a:solidFill>
                  <a:srgbClr val="172A3A"/>
                </a:solidFill>
                <a:latin typeface="Tahoma"/>
                <a:ea typeface="Tahoma"/>
                <a:cs typeface="Tahoma"/>
              </a:defRPr>
            </a:pPr>
            <a:r>
              <a:rPr sz="1575" b="0">
                <a:solidFill>
                  <a:srgbClr val="172A3A"/>
                </a:solidFill>
                <a:latin typeface="Tahoma"/>
                <a:ea typeface="Tahoma"/>
                <a:cs typeface="Tahoma"/>
              </a:rPr>
              <a:t>delivery • final latest state • critical acceptance • client confirmation • p95 latency • attempted/sent bytes</a:t>
            </a:r>
          </a:p>
        </p:txBody>
      </p:sp>
      <p:sp>
        <p:nvSpPr>
          <p:cNvPr id="23" name="">
            <a:extLst xmlns:a="http://schemas.openxmlformats.org/drawingml/2006/main">
              <a:ext uri="{FF2B5EF4-FFF2-40B4-BE49-F238E27FC236}">
                <a16:creationId xmlns:a16="http://schemas.microsoft.com/office/drawing/2014/main" id="{84522C34-9D35-402A-83D8-CD4B5454B8D1}"/>
              </a:ext>
            </a:extLst>
          </p:cNvPr>
          <p:cNvSpPr>
            <a:spLocks xmlns:a="http://schemas.openxmlformats.org/drawingml/2006/main" noGrp="1"/>
          </p:cNvSpPr>
          <p:nvPr/>
        </p:nvSpPr>
        <p:spPr>
          <a:xfrm xmlns:a="http://schemas.openxmlformats.org/drawingml/2006/main">
            <a:off x="685800" y="5524500"/>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875" b="1">
                <a:solidFill>
                  <a:srgbClr val="FF6B5E"/>
                </a:solidFill>
                <a:latin typeface="Tahoma"/>
                <a:ea typeface="Tahoma"/>
                <a:cs typeface="Tahoma"/>
              </a:defRPr>
            </a:pPr>
            <a:r>
              <a:rPr sz="1875" b="1">
                <a:solidFill>
                  <a:srgbClr val="FF6B5E"/>
                </a:solidFill>
                <a:latin typeface="Tahoma"/>
                <a:ea typeface="Tahoma"/>
                <a:cs typeface="Tahoma"/>
              </a:rPr>
              <a:t>Caveat</a:t>
            </a:r>
          </a:p>
        </p:txBody>
      </p:sp>
      <p:sp>
        <p:nvSpPr>
          <p:cNvPr id="24" name="">
            <a:extLst xmlns:a="http://schemas.openxmlformats.org/drawingml/2006/main">
              <a:ext uri="{FF2B5EF4-FFF2-40B4-BE49-F238E27FC236}">
                <a16:creationId xmlns:a16="http://schemas.microsoft.com/office/drawing/2014/main" id="{E662AC91-69CA-42DD-A492-50432B83437D}"/>
              </a:ext>
            </a:extLst>
          </p:cNvPr>
          <p:cNvSpPr>
            <a:spLocks xmlns:a="http://schemas.openxmlformats.org/drawingml/2006/main" noGrp="1"/>
          </p:cNvSpPr>
          <p:nvPr/>
        </p:nvSpPr>
        <p:spPr>
          <a:xfrm xmlns:a="http://schemas.openxmlformats.org/drawingml/2006/main">
            <a:off x="1952625" y="5524500"/>
            <a:ext cx="95535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575" b="0">
                <a:solidFill>
                  <a:srgbClr val="172A3A"/>
                </a:solidFill>
                <a:latin typeface="Tahoma"/>
                <a:ea typeface="Tahoma"/>
                <a:cs typeface="Tahoma"/>
              </a:defRPr>
            </a:pPr>
            <a:r>
              <a:rPr sz="1575" b="0">
                <a:solidFill>
                  <a:srgbClr val="172A3A"/>
                </a:solidFill>
                <a:latin typeface="Tahoma"/>
                <a:ea typeface="Tahoma"/>
                <a:cs typeface="Tahoma"/>
              </a:rPr>
              <a:t>base seed 100 • case/simulation/server seeds บันทึกทุก case • same seed ≠ paired drops • report ระบุ sample counts</a:t>
            </a:r>
          </a:p>
        </p:txBody>
      </p:sp>
    </p:spTree>
    <p:extLst>
      <p:ext uri="{BB962C8B-B14F-4D97-AF65-F5344CB8AC3E}">
        <p14:creationId xmlns:p14="http://schemas.microsoft.com/office/powerpoint/2010/main" val="2127537120"/>
      </p:ext>
    </p:extLst>
  </p:cSld>
</p:sld>
</file>

<file path=ppt/slides/slide13.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A96911A5-FF9C-416C-9431-88BE87486615}"/>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0A6A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4103149-02A5-4385-B7E5-47E71436E0C6}"/>
              </a:ext>
            </a:extLst>
          </p:cNvPr>
          <p:cNvSpPr>
            <a:spLocks xmlns:a="http://schemas.openxmlformats.org/drawingml/2006/main" noGrp="1"/>
          </p:cNvSpPr>
          <p:nvPr/>
        </p:nvSpPr>
        <p:spPr>
          <a:xfrm xmlns:a="http://schemas.openxmlformats.org/drawingml/2006/main">
            <a:off x="685800" y="3619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050" b="1">
                <a:solidFill>
                  <a:srgbClr val="00A6A6"/>
                </a:solidFill>
                <a:latin typeface="Tahoma"/>
                <a:ea typeface="Tahoma"/>
                <a:cs typeface="Tahoma"/>
              </a:defRPr>
            </a:pPr>
            <a:r>
              <a:rPr sz="1050" b="1">
                <a:solidFill>
                  <a:srgbClr val="00A6A6"/>
                </a:solidFill>
                <a:latin typeface="Tahoma"/>
                <a:ea typeface="Tahoma"/>
                <a:cs typeface="Tahoma"/>
              </a:rPr>
              <a:t>EVIDENCE</a:t>
            </a:r>
          </a:p>
        </p:txBody>
      </p:sp>
      <p:sp>
        <p:nvSpPr>
          <p:cNvPr id="3" name="">
            <a:extLst xmlns:a="http://schemas.openxmlformats.org/drawingml/2006/main">
              <a:ext uri="{FF2B5EF4-FFF2-40B4-BE49-F238E27FC236}">
                <a16:creationId xmlns:a16="http://schemas.microsoft.com/office/drawing/2014/main" id="{ED050AE2-C89A-4C82-80C8-7588BC854C46}"/>
              </a:ext>
            </a:extLst>
          </p:cNvPr>
          <p:cNvSpPr>
            <a:spLocks xmlns:a="http://schemas.openxmlformats.org/drawingml/2006/main" noGrp="1"/>
          </p:cNvSpPr>
          <p:nvPr/>
        </p:nvSpPr>
        <p:spPr>
          <a:xfrm xmlns:a="http://schemas.openxmlformats.org/drawingml/2006/main">
            <a:off x="685800" y="6667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3150" b="1">
                <a:solidFill>
                  <a:srgbClr val="0B1F33"/>
                </a:solidFill>
                <a:latin typeface="Tahoma"/>
                <a:ea typeface="Tahoma"/>
                <a:cs typeface="Tahoma"/>
              </a:defRPr>
            </a:pPr>
            <a:r>
              <a:rPr sz="3150" b="1">
                <a:solidFill>
                  <a:srgbClr val="0B1F33"/>
                </a:solidFill>
                <a:latin typeface="Tahoma"/>
                <a:ea typeface="Tahoma"/>
                <a:cs typeface="Tahoma"/>
              </a:rPr>
              <a:t>ที่ 20% loss: DART เลือก reliability ตามชนิดข้อความ</a:t>
            </a:r>
          </a:p>
        </p:txBody>
      </p:sp>
      <p:sp>
        <p:nvSpPr>
          <p:cNvPr id="4" name="">
            <a:extLst xmlns:a="http://schemas.openxmlformats.org/drawingml/2006/main">
              <a:ext uri="{FF2B5EF4-FFF2-40B4-BE49-F238E27FC236}">
                <a16:creationId xmlns:a16="http://schemas.microsoft.com/office/drawing/2014/main" id="{AFB4AD27-10FF-4FB5-A78B-B52AC24752C6}"/>
              </a:ext>
            </a:extLst>
          </p:cNvPr>
          <p:cNvSpPr>
            <a:spLocks xmlns:a="http://schemas.openxmlformats.org/drawingml/2006/main" noGrp="1"/>
          </p:cNvSpPr>
          <p:nvPr/>
        </p:nvSpPr>
        <p:spPr>
          <a:xfrm xmlns:a="http://schemas.openxmlformats.org/drawingml/2006/main">
            <a:off x="685800" y="1304925"/>
            <a:ext cx="10820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425" b="0">
                <a:solidFill>
                  <a:srgbClr val="5E7182"/>
                </a:solidFill>
                <a:latin typeface="Tahoma"/>
                <a:ea typeface="Tahoma"/>
                <a:cs typeface="Tahoma"/>
              </a:defRPr>
            </a:pPr>
            <a:r>
              <a:rPr sz="1425" b="0">
                <a:solidFill>
                  <a:srgbClr val="5E7182"/>
                </a:solidFill>
                <a:latin typeface="Tahoma"/>
                <a:ea typeface="Tahoma"/>
                <a:cs typeface="Tahoma"/>
              </a:rPr>
              <a:t>Attempted B/value • loopback • 5 sensors × 4s × 5 repeats • seed 100 • 20% app loss</a:t>
            </a:r>
          </a:p>
        </p:txBody>
      </p:sp>
      <p:sp>
        <p:nvSpPr>
          <p:cNvPr id="5" name="">
            <a:extLst xmlns:a="http://schemas.openxmlformats.org/drawingml/2006/main">
              <a:ext uri="{FF2B5EF4-FFF2-40B4-BE49-F238E27FC236}">
                <a16:creationId xmlns:a16="http://schemas.microsoft.com/office/drawing/2014/main" id="{5D532CD1-96EC-4483-A77E-99F25F5DEFA8}"/>
              </a:ext>
            </a:extLst>
          </p:cNvPr>
          <p:cNvSpPr>
            <a:spLocks xmlns:a="http://schemas.openxmlformats.org/drawingml/2006/main" noGrp="1"/>
          </p:cNvSpPr>
          <p:nvPr/>
        </p:nvSpPr>
        <p:spPr>
          <a:xfrm xmlns:a="http://schemas.openxmlformats.org/drawingml/2006/main">
            <a:off x="685800" y="6362700"/>
            <a:ext cx="10820400" cy="9525"/>
          </a:xfrm>
          <a:prstGeom xmlns:a="http://schemas.openxmlformats.org/drawingml/2006/main" prst="rect">
            <a:avLst/>
          </a:prstGeom>
          <a:solidFill xmlns:a="http://schemas.openxmlformats.org/drawingml/2006/main">
            <a:srgbClr val="D6E1E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174DF4C2-EA7D-4C32-9F0F-C4F835D6AE84}"/>
              </a:ext>
            </a:extLst>
          </p:cNvPr>
          <p:cNvSpPr>
            <a:spLocks xmlns:a="http://schemas.openxmlformats.org/drawingml/2006/main" noGrp="1"/>
          </p:cNvSpPr>
          <p:nvPr/>
        </p:nvSpPr>
        <p:spPr>
          <a:xfrm xmlns:a="http://schemas.openxmlformats.org/drawingml/2006/main">
            <a:off x="685800" y="64579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050" b="1">
                <a:solidFill>
                  <a:srgbClr val="5E7182"/>
                </a:solidFill>
                <a:latin typeface="Tahoma"/>
                <a:ea typeface="Tahoma"/>
                <a:cs typeface="Tahoma"/>
              </a:defRPr>
            </a:pPr>
            <a:r>
              <a:rPr sz="1050" b="1">
                <a:solidFill>
                  <a:srgbClr val="5E7182"/>
                </a:solidFill>
                <a:latin typeface="Tahoma"/>
                <a:ea typeface="Tahoma"/>
                <a:cs typeface="Tahoma"/>
              </a:rPr>
              <a:t>DART v1</a:t>
            </a:r>
          </a:p>
        </p:txBody>
      </p:sp>
      <p:sp>
        <p:nvSpPr>
          <p:cNvPr id="7" name="">
            <a:extLst xmlns:a="http://schemas.openxmlformats.org/drawingml/2006/main">
              <a:ext uri="{FF2B5EF4-FFF2-40B4-BE49-F238E27FC236}">
                <a16:creationId xmlns:a16="http://schemas.microsoft.com/office/drawing/2014/main" id="{BD646624-4DA3-46BF-969F-9E5D6C703BD6}"/>
              </a:ext>
            </a:extLst>
          </p:cNvPr>
          <p:cNvSpPr>
            <a:spLocks xmlns:a="http://schemas.openxmlformats.org/drawingml/2006/main" noGrp="1"/>
          </p:cNvSpPr>
          <p:nvPr/>
        </p:nvSpPr>
        <p:spPr>
          <a:xfrm xmlns:a="http://schemas.openxmlformats.org/drawingml/2006/main">
            <a:off x="10763250" y="6457950"/>
            <a:ext cx="742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0000"/>
              </a:lnSpc>
              <a:buNone/>
              <a:defRPr sz="1050" b="1">
                <a:solidFill>
                  <a:srgbClr val="5E7182"/>
                </a:solidFill>
                <a:latin typeface="Tahoma"/>
                <a:ea typeface="Tahoma"/>
                <a:cs typeface="Tahoma"/>
              </a:defRPr>
            </a:pPr>
            <a:r>
              <a:rPr sz="1050" b="1">
                <a:solidFill>
                  <a:srgbClr val="5E7182"/>
                </a:solidFill>
                <a:latin typeface="Tahoma"/>
                <a:ea typeface="Tahoma"/>
                <a:cs typeface="Tahoma"/>
              </a:rPr>
              <a:t>13</a:t>
            </a:r>
          </a:p>
        </p:txBody>
      </p:sp>
      <p:graphicFrame>
        <p:nvGraphicFramePr>
          <p:cNvPr id="25" name="Chart"/>
          <p:cNvGraphicFramePr/>
          <p:nvPr/>
        </p:nvGraphicFramePr>
        <p:xfrm>
          <a:off xmlns:a="http://schemas.openxmlformats.org/drawingml/2006/main" x="685800" y="2047875"/>
          <a:ext xmlns:a="http://schemas.openxmlformats.org/drawingml/2006/main" cx="6286500" cy="3429000"/>
        </p:xfrm>
        <a:graphic xmlns:a="http://schemas.openxmlformats.org/drawingml/2006/main">
          <a:graphicData uri="http://schemas.openxmlformats.org/drawingml/2006/chart">
            <c:chart xmlns:r="http://schemas.openxmlformats.org/officeDocument/2006/relationships" xmlns:c="http://schemas.openxmlformats.org/drawingml/2006/chart" r:id="R45211a13f3824ebf"/>
          </a:graphicData>
        </a:graphic>
      </p:graphicFrame>
      <p:sp>
        <p:nvSpPr>
          <p:cNvPr id="9" name="">
            <a:extLst xmlns:a="http://schemas.openxmlformats.org/drawingml/2006/main">
              <a:ext uri="{FF2B5EF4-FFF2-40B4-BE49-F238E27FC236}">
                <a16:creationId xmlns:a16="http://schemas.microsoft.com/office/drawing/2014/main" id="{352EAA32-CC04-40D0-BCB3-74062BA3B102}"/>
              </a:ext>
            </a:extLst>
          </p:cNvPr>
          <p:cNvSpPr>
            <a:spLocks xmlns:a="http://schemas.openxmlformats.org/drawingml/2006/main" noGrp="1"/>
          </p:cNvSpPr>
          <p:nvPr/>
        </p:nvSpPr>
        <p:spPr>
          <a:xfrm xmlns:a="http://schemas.openxmlformats.org/drawingml/2006/main">
            <a:off x="7334250" y="2047875"/>
            <a:ext cx="19050" cy="3524250"/>
          </a:xfrm>
          <a:prstGeom xmlns:a="http://schemas.openxmlformats.org/drawingml/2006/main" prst="rect">
            <a:avLst/>
          </a:prstGeom>
          <a:solidFill xmlns:a="http://schemas.openxmlformats.org/drawingml/2006/main">
            <a:srgbClr val="D6E1E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1B476A3-2215-4123-9DA3-39E259DB5D86}"/>
              </a:ext>
            </a:extLst>
          </p:cNvPr>
          <p:cNvSpPr>
            <a:spLocks xmlns:a="http://schemas.openxmlformats.org/drawingml/2006/main" noGrp="1"/>
          </p:cNvSpPr>
          <p:nvPr/>
        </p:nvSpPr>
        <p:spPr>
          <a:xfrm xmlns:a="http://schemas.openxmlformats.org/drawingml/2006/main">
            <a:off x="7810500" y="2095500"/>
            <a:ext cx="333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500" b="1">
                <a:solidFill>
                  <a:srgbClr val="5E7182"/>
                </a:solidFill>
                <a:latin typeface="Tahoma"/>
                <a:ea typeface="Tahoma"/>
                <a:cs typeface="Tahoma"/>
              </a:defRPr>
            </a:pPr>
            <a:r>
              <a:rPr sz="1500" b="1">
                <a:solidFill>
                  <a:srgbClr val="5E7182"/>
                </a:solidFill>
                <a:latin typeface="Tahoma"/>
                <a:ea typeface="Tahoma"/>
                <a:cs typeface="Tahoma"/>
              </a:rPr>
              <a:t>Critical confirmation</a:t>
            </a:r>
          </a:p>
        </p:txBody>
      </p:sp>
      <p:sp>
        <p:nvSpPr>
          <p:cNvPr id="11" name="">
            <a:extLst xmlns:a="http://schemas.openxmlformats.org/drawingml/2006/main">
              <a:ext uri="{FF2B5EF4-FFF2-40B4-BE49-F238E27FC236}">
                <a16:creationId xmlns:a16="http://schemas.microsoft.com/office/drawing/2014/main" id="{795ECB4E-6F8D-4D5F-9BAD-1BC4327502DC}"/>
              </a:ext>
            </a:extLst>
          </p:cNvPr>
          <p:cNvSpPr>
            <a:spLocks xmlns:a="http://schemas.openxmlformats.org/drawingml/2006/main" noGrp="1"/>
          </p:cNvSpPr>
          <p:nvPr/>
        </p:nvSpPr>
        <p:spPr>
          <a:xfrm xmlns:a="http://schemas.openxmlformats.org/drawingml/2006/main">
            <a:off x="7810500" y="2524125"/>
            <a:ext cx="3333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4350" b="1">
                <a:solidFill>
                  <a:srgbClr val="27AE60"/>
                </a:solidFill>
                <a:latin typeface="Tahoma"/>
                <a:ea typeface="Tahoma"/>
                <a:cs typeface="Tahoma"/>
              </a:defRPr>
            </a:pPr>
            <a:r>
              <a:rPr sz="4350" b="1">
                <a:solidFill>
                  <a:srgbClr val="27AE60"/>
                </a:solidFill>
                <a:latin typeface="Tahoma"/>
                <a:ea typeface="Tahoma"/>
                <a:cs typeface="Tahoma"/>
              </a:rPr>
              <a:t>98.7%</a:t>
            </a:r>
          </a:p>
        </p:txBody>
      </p:sp>
      <p:sp>
        <p:nvSpPr>
          <p:cNvPr id="12" name="">
            <a:extLst xmlns:a="http://schemas.openxmlformats.org/drawingml/2006/main">
              <a:ext uri="{FF2B5EF4-FFF2-40B4-BE49-F238E27FC236}">
                <a16:creationId xmlns:a16="http://schemas.microsoft.com/office/drawing/2014/main" id="{A826029E-70C4-4DB3-B66F-00ACAD89D617}"/>
              </a:ext>
            </a:extLst>
          </p:cNvPr>
          <p:cNvSpPr>
            <a:spLocks xmlns:a="http://schemas.openxmlformats.org/drawingml/2006/main" noGrp="1"/>
          </p:cNvSpPr>
          <p:nvPr/>
        </p:nvSpPr>
        <p:spPr>
          <a:xfrm xmlns:a="http://schemas.openxmlformats.org/drawingml/2006/main">
            <a:off x="7810500" y="3238500"/>
            <a:ext cx="3333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650" b="1">
                <a:solidFill>
                  <a:srgbClr val="0B1F33"/>
                </a:solidFill>
                <a:latin typeface="Tahoma"/>
                <a:ea typeface="Tahoma"/>
                <a:cs typeface="Tahoma"/>
              </a:defRPr>
            </a:pPr>
            <a:r>
              <a:rPr sz="1650" b="1">
                <a:solidFill>
                  <a:srgbClr val="0B1F33"/>
                </a:solidFill>
                <a:latin typeface="Tahoma"/>
                <a:ea typeface="Tahoma"/>
                <a:cs typeface="Tahoma"/>
              </a:rPr>
              <a:t>DART • 74/75 confirmed</a:t>
            </a:r>
          </a:p>
        </p:txBody>
      </p:sp>
      <p:sp>
        <p:nvSpPr>
          <p:cNvPr id="13" name="">
            <a:extLst xmlns:a="http://schemas.openxmlformats.org/drawingml/2006/main">
              <a:ext uri="{FF2B5EF4-FFF2-40B4-BE49-F238E27FC236}">
                <a16:creationId xmlns:a16="http://schemas.microsoft.com/office/drawing/2014/main" id="{B9A80E1D-C659-4261-825B-342AC491AE65}"/>
              </a:ext>
            </a:extLst>
          </p:cNvPr>
          <p:cNvSpPr>
            <a:spLocks xmlns:a="http://schemas.openxmlformats.org/drawingml/2006/main" noGrp="1"/>
          </p:cNvSpPr>
          <p:nvPr/>
        </p:nvSpPr>
        <p:spPr>
          <a:xfrm xmlns:a="http://schemas.openxmlformats.org/drawingml/2006/main">
            <a:off x="7810500" y="3810000"/>
            <a:ext cx="3143250" cy="19050"/>
          </a:xfrm>
          <a:prstGeom xmlns:a="http://schemas.openxmlformats.org/drawingml/2006/main" prst="rect">
            <a:avLst/>
          </a:prstGeom>
          <a:solidFill xmlns:a="http://schemas.openxmlformats.org/drawingml/2006/main">
            <a:srgbClr val="D6E1E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9B27BEE-084B-492A-A04F-C024A17E2810}"/>
              </a:ext>
            </a:extLst>
          </p:cNvPr>
          <p:cNvSpPr>
            <a:spLocks xmlns:a="http://schemas.openxmlformats.org/drawingml/2006/main" noGrp="1"/>
          </p:cNvSpPr>
          <p:nvPr/>
        </p:nvSpPr>
        <p:spPr>
          <a:xfrm xmlns:a="http://schemas.openxmlformats.org/drawingml/2006/main">
            <a:off x="7810500" y="409575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650" b="1">
                <a:solidFill>
                  <a:srgbClr val="FF6B5E"/>
                </a:solidFill>
                <a:latin typeface="Tahoma"/>
                <a:ea typeface="Tahoma"/>
                <a:cs typeface="Tahoma"/>
              </a:defRPr>
            </a:pPr>
            <a:r>
              <a:rPr sz="1650" b="1">
                <a:solidFill>
                  <a:srgbClr val="FF6B5E"/>
                </a:solidFill>
                <a:latin typeface="Tahoma"/>
                <a:ea typeface="Tahoma"/>
                <a:cs typeface="Tahoma"/>
              </a:rPr>
              <a:t>ความต่าง</a:t>
            </a:r>
          </a:p>
        </p:txBody>
      </p:sp>
      <p:sp>
        <p:nvSpPr>
          <p:cNvPr id="15" name="">
            <a:extLst xmlns:a="http://schemas.openxmlformats.org/drawingml/2006/main">
              <a:ext uri="{FF2B5EF4-FFF2-40B4-BE49-F238E27FC236}">
                <a16:creationId xmlns:a16="http://schemas.microsoft.com/office/drawing/2014/main" id="{3D1C665C-B344-4958-99DE-45C208D04D0E}"/>
              </a:ext>
            </a:extLst>
          </p:cNvPr>
          <p:cNvSpPr>
            <a:spLocks xmlns:a="http://schemas.openxmlformats.org/drawingml/2006/main" noGrp="1"/>
          </p:cNvSpPr>
          <p:nvPr/>
        </p:nvSpPr>
        <p:spPr>
          <a:xfrm xmlns:a="http://schemas.openxmlformats.org/drawingml/2006/main">
            <a:off x="7810500" y="4619625"/>
            <a:ext cx="33337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rmAutofit fontScale="100000"/>
          </a:bodyPr>
          <a:lstStyle xmlns:a="http://schemas.openxmlformats.org/drawingml/2006/main"/>
          <a:p xmlns:a="http://schemas.openxmlformats.org/drawingml/2006/main">
            <a:pPr marL="26" indent="-14">
              <a:lnSpc>
                <a:spcPct val="102000"/>
              </a:lnSpc>
              <a:spcAft>
                <a:spcPts val="8"/>
              </a:spcAft>
              <a:buNone/>
              <a:defRPr sz="1500">
                <a:solidFill>
                  <a:srgbClr val="172A3A"/>
                </a:solidFill>
                <a:latin typeface="Tahoma"/>
                <a:ea typeface="Tahoma"/>
                <a:cs typeface="Tahoma"/>
              </a:defRPr>
            </a:pPr>
            <a:r>
              <a:rPr sz="1500">
                <a:solidFill>
                  <a:srgbClr val="172A3A"/>
                </a:solidFill>
                <a:latin typeface="Tahoma"/>
                <a:ea typeface="Tahoma"/>
                <a:cs typeface="Tahoma"/>
              </a:rPr>
              <a:t>• RAW accepted 59/75 = 78.7%</a:t>
            </a:r>
          </a:p>
          <a:p xmlns:a="http://schemas.openxmlformats.org/drawingml/2006/main">
            <a:pPr marL="26" indent="-14">
              <a:lnSpc>
                <a:spcPct val="102000"/>
              </a:lnSpc>
              <a:spcAft>
                <a:spcPts val="8"/>
              </a:spcAft>
              <a:buNone/>
              <a:defRPr sz="1500">
                <a:solidFill>
                  <a:srgbClr val="172A3A"/>
                </a:solidFill>
                <a:latin typeface="Tahoma"/>
                <a:ea typeface="Tahoma"/>
                <a:cs typeface="Tahoma"/>
              </a:defRPr>
            </a:pPr>
            <a:r>
              <a:rPr sz="1500">
                <a:solidFill>
                  <a:srgbClr val="172A3A"/>
                </a:solidFill>
                <a:latin typeface="Tahoma"/>
                <a:ea typeface="Tahoma"/>
                <a:cs typeface="Tahoma"/>
              </a:rPr>
              <a:t>• DART 67.3 B/value</a:t>
            </a:r>
          </a:p>
          <a:p xmlns:a="http://schemas.openxmlformats.org/drawingml/2006/main">
            <a:pPr marL="26" indent="-14">
              <a:lnSpc>
                <a:spcPct val="102000"/>
              </a:lnSpc>
              <a:spcAft>
                <a:spcPts val="8"/>
              </a:spcAft>
              <a:buNone/>
              <a:defRPr sz="1500">
                <a:solidFill>
                  <a:srgbClr val="172A3A"/>
                </a:solidFill>
                <a:latin typeface="Tahoma"/>
                <a:ea typeface="Tahoma"/>
                <a:cs typeface="Tahoma"/>
              </a:defRPr>
            </a:pPr>
            <a:r>
              <a:rPr sz="1500">
                <a:solidFill>
                  <a:srgbClr val="172A3A"/>
                </a:solidFill>
                <a:latin typeface="Tahoma"/>
                <a:ea typeface="Tahoma"/>
                <a:cs typeface="Tahoma"/>
              </a:rPr>
              <a:t>• RELIABLE-ALL 97.2 B/value</a:t>
            </a:r>
          </a:p>
        </p:txBody>
      </p:sp>
    </p:spTree>
    <p:extLst>
      <p:ext uri="{BB962C8B-B14F-4D97-AF65-F5344CB8AC3E}">
        <p14:creationId xmlns:p14="http://schemas.microsoft.com/office/powerpoint/2010/main" val="1411201486"/>
      </p:ext>
    </p:extLst>
  </p:cSld>
</p:sld>
</file>

<file path=ppt/slides/slide14.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AC90206E-B543-4254-9895-7CA030CBDDF0}"/>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0A6A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B988962-0A0F-420F-8B8E-D8B44CF1EF50}"/>
              </a:ext>
            </a:extLst>
          </p:cNvPr>
          <p:cNvSpPr>
            <a:spLocks xmlns:a="http://schemas.openxmlformats.org/drawingml/2006/main" noGrp="1"/>
          </p:cNvSpPr>
          <p:nvPr/>
        </p:nvSpPr>
        <p:spPr>
          <a:xfrm xmlns:a="http://schemas.openxmlformats.org/drawingml/2006/main">
            <a:off x="685800" y="3619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050" b="1">
                <a:solidFill>
                  <a:srgbClr val="00A6A6"/>
                </a:solidFill>
                <a:latin typeface="Tahoma"/>
                <a:ea typeface="Tahoma"/>
                <a:cs typeface="Tahoma"/>
              </a:defRPr>
            </a:pPr>
            <a:r>
              <a:rPr sz="1050" b="1">
                <a:solidFill>
                  <a:srgbClr val="00A6A6"/>
                </a:solidFill>
                <a:latin typeface="Tahoma"/>
                <a:ea typeface="Tahoma"/>
                <a:cs typeface="Tahoma"/>
              </a:rPr>
              <a:t>POSITIONING</a:t>
            </a:r>
          </a:p>
        </p:txBody>
      </p:sp>
      <p:sp>
        <p:nvSpPr>
          <p:cNvPr id="3" name="">
            <a:extLst xmlns:a="http://schemas.openxmlformats.org/drawingml/2006/main">
              <a:ext uri="{FF2B5EF4-FFF2-40B4-BE49-F238E27FC236}">
                <a16:creationId xmlns:a16="http://schemas.microsoft.com/office/drawing/2014/main" id="{BBA400E2-A0F1-4500-86BC-56A23ABF9E45}"/>
              </a:ext>
            </a:extLst>
          </p:cNvPr>
          <p:cNvSpPr>
            <a:spLocks xmlns:a="http://schemas.openxmlformats.org/drawingml/2006/main" noGrp="1"/>
          </p:cNvSpPr>
          <p:nvPr/>
        </p:nvSpPr>
        <p:spPr>
          <a:xfrm xmlns:a="http://schemas.openxmlformats.org/drawingml/2006/main">
            <a:off x="685800" y="6667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3150" b="1">
                <a:solidFill>
                  <a:srgbClr val="0B1F33"/>
                </a:solidFill>
                <a:latin typeface="Tahoma"/>
                <a:ea typeface="Tahoma"/>
                <a:cs typeface="Tahoma"/>
              </a:defRPr>
            </a:pPr>
            <a:r>
              <a:rPr sz="3150" b="1">
                <a:solidFill>
                  <a:srgbClr val="0B1F33"/>
                </a:solidFill>
                <a:latin typeface="Tahoma"/>
                <a:ea typeface="Tahoma"/>
                <a:cs typeface="Tahoma"/>
              </a:rPr>
              <a:t>DART ต่างจากวิธีที่มีอยู่ตรงไหน</a:t>
            </a:r>
          </a:p>
        </p:txBody>
      </p:sp>
      <p:sp>
        <p:nvSpPr>
          <p:cNvPr id="4" name="">
            <a:extLst xmlns:a="http://schemas.openxmlformats.org/drawingml/2006/main">
              <a:ext uri="{FF2B5EF4-FFF2-40B4-BE49-F238E27FC236}">
                <a16:creationId xmlns:a16="http://schemas.microsoft.com/office/drawing/2014/main" id="{01B0BB82-271F-467D-9F5E-E502CCB133D4}"/>
              </a:ext>
            </a:extLst>
          </p:cNvPr>
          <p:cNvSpPr>
            <a:spLocks xmlns:a="http://schemas.openxmlformats.org/drawingml/2006/main" noGrp="1"/>
          </p:cNvSpPr>
          <p:nvPr/>
        </p:nvSpPr>
        <p:spPr>
          <a:xfrm xmlns:a="http://schemas.openxmlformats.org/drawingml/2006/main">
            <a:off x="685800" y="1304925"/>
            <a:ext cx="10820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425" b="0">
                <a:solidFill>
                  <a:srgbClr val="5E7182"/>
                </a:solidFill>
                <a:latin typeface="Tahoma"/>
                <a:ea typeface="Tahoma"/>
                <a:cs typeface="Tahoma"/>
              </a:defRPr>
            </a:pPr>
            <a:r>
              <a:rPr sz="1425" b="0">
                <a:solidFill>
                  <a:srgbClr val="5E7182"/>
                </a:solidFill>
                <a:latin typeface="Tahoma"/>
                <a:ea typeface="Tahoma"/>
                <a:cs typeface="Tahoma"/>
              </a:rPr>
              <a:t>เปรียบเทียบ semantics ตามมาตรฐาน • benchmark ไม่ได้รัน TCP, MQTT หรือ CoAP</a:t>
            </a:r>
          </a:p>
        </p:txBody>
      </p:sp>
      <p:sp>
        <p:nvSpPr>
          <p:cNvPr id="5" name="">
            <a:extLst xmlns:a="http://schemas.openxmlformats.org/drawingml/2006/main">
              <a:ext uri="{FF2B5EF4-FFF2-40B4-BE49-F238E27FC236}">
                <a16:creationId xmlns:a16="http://schemas.microsoft.com/office/drawing/2014/main" id="{D8DD3D7B-DE05-4926-A575-B9CD9EE1E5E0}"/>
              </a:ext>
            </a:extLst>
          </p:cNvPr>
          <p:cNvSpPr>
            <a:spLocks xmlns:a="http://schemas.openxmlformats.org/drawingml/2006/main" noGrp="1"/>
          </p:cNvSpPr>
          <p:nvPr/>
        </p:nvSpPr>
        <p:spPr>
          <a:xfrm xmlns:a="http://schemas.openxmlformats.org/drawingml/2006/main">
            <a:off x="685800" y="6362700"/>
            <a:ext cx="10820400" cy="9525"/>
          </a:xfrm>
          <a:prstGeom xmlns:a="http://schemas.openxmlformats.org/drawingml/2006/main" prst="rect">
            <a:avLst/>
          </a:prstGeom>
          <a:solidFill xmlns:a="http://schemas.openxmlformats.org/drawingml/2006/main">
            <a:srgbClr val="D6E1E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D1CE9DF-E594-4F99-8800-EC4D2C615630}"/>
              </a:ext>
            </a:extLst>
          </p:cNvPr>
          <p:cNvSpPr>
            <a:spLocks xmlns:a="http://schemas.openxmlformats.org/drawingml/2006/main" noGrp="1"/>
          </p:cNvSpPr>
          <p:nvPr/>
        </p:nvSpPr>
        <p:spPr>
          <a:xfrm xmlns:a="http://schemas.openxmlformats.org/drawingml/2006/main">
            <a:off x="685800" y="64579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050" b="1">
                <a:solidFill>
                  <a:srgbClr val="5E7182"/>
                </a:solidFill>
                <a:latin typeface="Tahoma"/>
                <a:ea typeface="Tahoma"/>
                <a:cs typeface="Tahoma"/>
              </a:defRPr>
            </a:pPr>
            <a:r>
              <a:rPr sz="1050" b="1">
                <a:solidFill>
                  <a:srgbClr val="5E7182"/>
                </a:solidFill>
                <a:latin typeface="Tahoma"/>
                <a:ea typeface="Tahoma"/>
                <a:cs typeface="Tahoma"/>
              </a:rPr>
              <a:t>DART v1</a:t>
            </a:r>
          </a:p>
        </p:txBody>
      </p:sp>
      <p:sp>
        <p:nvSpPr>
          <p:cNvPr id="7" name="">
            <a:extLst xmlns:a="http://schemas.openxmlformats.org/drawingml/2006/main">
              <a:ext uri="{FF2B5EF4-FFF2-40B4-BE49-F238E27FC236}">
                <a16:creationId xmlns:a16="http://schemas.microsoft.com/office/drawing/2014/main" id="{77052EAB-2DDD-4028-AE63-ACEF76E19B72}"/>
              </a:ext>
            </a:extLst>
          </p:cNvPr>
          <p:cNvSpPr>
            <a:spLocks xmlns:a="http://schemas.openxmlformats.org/drawingml/2006/main" noGrp="1"/>
          </p:cNvSpPr>
          <p:nvPr/>
        </p:nvSpPr>
        <p:spPr>
          <a:xfrm xmlns:a="http://schemas.openxmlformats.org/drawingml/2006/main">
            <a:off x="10763250" y="6457950"/>
            <a:ext cx="742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0000"/>
              </a:lnSpc>
              <a:buNone/>
              <a:defRPr sz="1050" b="1">
                <a:solidFill>
                  <a:srgbClr val="5E7182"/>
                </a:solidFill>
                <a:latin typeface="Tahoma"/>
                <a:ea typeface="Tahoma"/>
                <a:cs typeface="Tahoma"/>
              </a:defRPr>
            </a:pPr>
            <a:r>
              <a:rPr sz="1050" b="1">
                <a:solidFill>
                  <a:srgbClr val="5E7182"/>
                </a:solidFill>
                <a:latin typeface="Tahoma"/>
                <a:ea typeface="Tahoma"/>
                <a:cs typeface="Tahoma"/>
              </a:rPr>
              <a:t>14</a:t>
            </a:r>
          </a:p>
        </p:txBody>
      </p:sp>
      <p:sp>
        <p:nvSpPr>
          <p:cNvPr id="8" name="">
            <a:extLst xmlns:a="http://schemas.openxmlformats.org/drawingml/2006/main">
              <a:ext uri="{FF2B5EF4-FFF2-40B4-BE49-F238E27FC236}">
                <a16:creationId xmlns:a16="http://schemas.microsoft.com/office/drawing/2014/main" id="{80C5D929-DB14-490B-BA13-BCD03E02DD45}"/>
              </a:ext>
            </a:extLst>
          </p:cNvPr>
          <p:cNvSpPr>
            <a:spLocks xmlns:a="http://schemas.openxmlformats.org/drawingml/2006/main" noGrp="1"/>
          </p:cNvSpPr>
          <p:nvPr/>
        </p:nvSpPr>
        <p:spPr>
          <a:xfrm xmlns:a="http://schemas.openxmlformats.org/drawingml/2006/main">
            <a:off x="685800" y="2047875"/>
            <a:ext cx="4572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2325" b="1">
                <a:solidFill>
                  <a:srgbClr val="00A6A6"/>
                </a:solidFill>
                <a:latin typeface="Tahoma"/>
                <a:ea typeface="Tahoma"/>
                <a:cs typeface="Tahoma"/>
              </a:defRPr>
            </a:pPr>
            <a:r>
              <a:rPr sz="2325" b="1">
                <a:solidFill>
                  <a:srgbClr val="00A6A6"/>
                </a:solidFill>
                <a:latin typeface="Tahoma"/>
                <a:ea typeface="Tahoma"/>
                <a:cs typeface="Tahoma"/>
              </a:rPr>
              <a:t>เทียบกับวิธีที่มีอยู่</a:t>
            </a:r>
          </a:p>
        </p:txBody>
      </p:sp>
      <p:sp>
        <p:nvSpPr>
          <p:cNvPr id="9" name="">
            <a:extLst xmlns:a="http://schemas.openxmlformats.org/drawingml/2006/main">
              <a:ext uri="{FF2B5EF4-FFF2-40B4-BE49-F238E27FC236}">
                <a16:creationId xmlns:a16="http://schemas.microsoft.com/office/drawing/2014/main" id="{8CDC8948-BA78-441E-96FD-58B23C5EFB03}"/>
              </a:ext>
            </a:extLst>
          </p:cNvPr>
          <p:cNvSpPr>
            <a:spLocks xmlns:a="http://schemas.openxmlformats.org/drawingml/2006/main" noGrp="1"/>
          </p:cNvSpPr>
          <p:nvPr/>
        </p:nvSpPr>
        <p:spPr>
          <a:xfrm xmlns:a="http://schemas.openxmlformats.org/drawingml/2006/main">
            <a:off x="685800" y="2714625"/>
            <a:ext cx="4810125" cy="2809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rmAutofit fontScale="100000"/>
          </a:bodyPr>
          <a:lstStyle xmlns:a="http://schemas.openxmlformats.org/drawingml/2006/main"/>
          <a:p xmlns:a="http://schemas.openxmlformats.org/drawingml/2006/main">
            <a:pPr marL="26" indent="-14">
              <a:lnSpc>
                <a:spcPct val="102000"/>
              </a:lnSpc>
              <a:spcAft>
                <a:spcPts val="12"/>
              </a:spcAft>
              <a:buNone/>
              <a:defRPr sz="1650">
                <a:solidFill>
                  <a:srgbClr val="172A3A"/>
                </a:solidFill>
                <a:latin typeface="Tahoma"/>
                <a:ea typeface="Tahoma"/>
                <a:cs typeface="Tahoma"/>
              </a:defRPr>
            </a:pPr>
            <a:r>
              <a:rPr sz="1650">
                <a:solidFill>
                  <a:srgbClr val="172A3A"/>
                </a:solidFill>
                <a:latin typeface="Tahoma"/>
                <a:ea typeface="Tahoma"/>
                <a:cs typeface="Tahoma"/>
              </a:rPr>
              <a:t>• TCP: reliable ordered byte stream</a:t>
            </a:r>
          </a:p>
          <a:p xmlns:a="http://schemas.openxmlformats.org/drawingml/2006/main">
            <a:pPr marL="26" indent="-14">
              <a:lnSpc>
                <a:spcPct val="102000"/>
              </a:lnSpc>
              <a:spcAft>
                <a:spcPts val="12"/>
              </a:spcAft>
              <a:buNone/>
              <a:defRPr sz="1650">
                <a:solidFill>
                  <a:srgbClr val="172A3A"/>
                </a:solidFill>
                <a:latin typeface="Tahoma"/>
                <a:ea typeface="Tahoma"/>
                <a:cs typeface="Tahoma"/>
              </a:defRPr>
            </a:pPr>
            <a:r>
              <a:rPr sz="1650">
                <a:solidFill>
                  <a:srgbClr val="172A3A"/>
                </a:solidFill>
                <a:latin typeface="Tahoma"/>
                <a:ea typeface="Tahoma"/>
                <a:cs typeface="Tahoma"/>
              </a:rPr>
              <a:t>• MQTT: broker + QoS 0 / 1 / 2</a:t>
            </a:r>
          </a:p>
          <a:p xmlns:a="http://schemas.openxmlformats.org/drawingml/2006/main">
            <a:pPr marL="26" indent="-14">
              <a:lnSpc>
                <a:spcPct val="102000"/>
              </a:lnSpc>
              <a:spcAft>
                <a:spcPts val="12"/>
              </a:spcAft>
              <a:buNone/>
              <a:defRPr sz="1650">
                <a:solidFill>
                  <a:srgbClr val="172A3A"/>
                </a:solidFill>
                <a:latin typeface="Tahoma"/>
                <a:ea typeface="Tahoma"/>
                <a:cs typeface="Tahoma"/>
              </a:defRPr>
            </a:pPr>
            <a:r>
              <a:rPr sz="1650">
                <a:solidFill>
                  <a:srgbClr val="172A3A"/>
                </a:solidFill>
                <a:latin typeface="Tahoma"/>
                <a:ea typeface="Tahoma"/>
                <a:cs typeface="Tahoma"/>
              </a:rPr>
              <a:t>• CoAP: Confirmable / Non-confirmable</a:t>
            </a:r>
          </a:p>
          <a:p xmlns:a="http://schemas.openxmlformats.org/drawingml/2006/main">
            <a:pPr marL="26" indent="-14">
              <a:lnSpc>
                <a:spcPct val="102000"/>
              </a:lnSpc>
              <a:spcAft>
                <a:spcPts val="12"/>
              </a:spcAft>
              <a:buNone/>
              <a:defRPr sz="1650">
                <a:solidFill>
                  <a:srgbClr val="172A3A"/>
                </a:solidFill>
                <a:latin typeface="Tahoma"/>
                <a:ea typeface="Tahoma"/>
                <a:cs typeface="Tahoma"/>
              </a:defRPr>
            </a:pPr>
            <a:r>
              <a:rPr sz="1650">
                <a:solidFill>
                  <a:srgbClr val="172A3A"/>
                </a:solidFill>
                <a:latin typeface="Tahoma"/>
                <a:ea typeface="Tahoma"/>
                <a:cs typeface="Tahoma"/>
              </a:rPr>
              <a:t>• DART: batch / latest / critical + TTL</a:t>
            </a:r>
          </a:p>
          <a:p xmlns:a="http://schemas.openxmlformats.org/drawingml/2006/main">
            <a:pPr marL="26" indent="-14">
              <a:lnSpc>
                <a:spcPct val="102000"/>
              </a:lnSpc>
              <a:spcAft>
                <a:spcPts val="12"/>
              </a:spcAft>
              <a:buNone/>
              <a:defRPr sz="1650">
                <a:solidFill>
                  <a:srgbClr val="172A3A"/>
                </a:solidFill>
                <a:latin typeface="Tahoma"/>
                <a:ea typeface="Tahoma"/>
                <a:cs typeface="Tahoma"/>
              </a:defRPr>
            </a:pPr>
            <a:r>
              <a:rPr sz="1650">
                <a:solidFill>
                  <a:srgbClr val="172A3A"/>
                </a:solidFill>
                <a:latin typeface="Tahoma"/>
                <a:ea typeface="Tahoma"/>
                <a:cs typeface="Tahoma"/>
              </a:rPr>
              <a:t>• ไม่ได้อ้าง performance เหนือ 3 protocol</a:t>
            </a:r>
          </a:p>
        </p:txBody>
      </p:sp>
      <p:sp>
        <p:nvSpPr>
          <p:cNvPr id="10" name="">
            <a:extLst xmlns:a="http://schemas.openxmlformats.org/drawingml/2006/main">
              <a:ext uri="{FF2B5EF4-FFF2-40B4-BE49-F238E27FC236}">
                <a16:creationId xmlns:a16="http://schemas.microsoft.com/office/drawing/2014/main" id="{EB9459C7-6A89-40A5-972D-A070F8CC7F22}"/>
              </a:ext>
            </a:extLst>
          </p:cNvPr>
          <p:cNvSpPr>
            <a:spLocks xmlns:a="http://schemas.openxmlformats.org/drawingml/2006/main" noGrp="1"/>
          </p:cNvSpPr>
          <p:nvPr/>
        </p:nvSpPr>
        <p:spPr>
          <a:xfrm xmlns:a="http://schemas.openxmlformats.org/drawingml/2006/main">
            <a:off x="5953125" y="2047875"/>
            <a:ext cx="19050" cy="3667125"/>
          </a:xfrm>
          <a:prstGeom xmlns:a="http://schemas.openxmlformats.org/drawingml/2006/main" prst="rect">
            <a:avLst/>
          </a:prstGeom>
          <a:solidFill xmlns:a="http://schemas.openxmlformats.org/drawingml/2006/main">
            <a:srgbClr val="D6E1E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1E484FE-BAE5-4725-AC24-0B60B546AB11}"/>
              </a:ext>
            </a:extLst>
          </p:cNvPr>
          <p:cNvSpPr>
            <a:spLocks xmlns:a="http://schemas.openxmlformats.org/drawingml/2006/main" noGrp="1"/>
          </p:cNvSpPr>
          <p:nvPr/>
        </p:nvSpPr>
        <p:spPr>
          <a:xfrm xmlns:a="http://schemas.openxmlformats.org/drawingml/2006/main">
            <a:off x="6572250" y="2047875"/>
            <a:ext cx="476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2325" b="1">
                <a:solidFill>
                  <a:srgbClr val="FF6B5E"/>
                </a:solidFill>
                <a:latin typeface="Tahoma"/>
                <a:ea typeface="Tahoma"/>
                <a:cs typeface="Tahoma"/>
              </a:defRPr>
            </a:pPr>
            <a:r>
              <a:rPr sz="2325" b="1">
                <a:solidFill>
                  <a:srgbClr val="FF6B5E"/>
                </a:solidFill>
                <a:latin typeface="Tahoma"/>
                <a:ea typeface="Tahoma"/>
                <a:cs typeface="Tahoma"/>
              </a:rPr>
              <a:t>DART เด่น / ข้อจำกัด</a:t>
            </a:r>
          </a:p>
        </p:txBody>
      </p:sp>
      <p:sp>
        <p:nvSpPr>
          <p:cNvPr id="12" name="">
            <a:extLst xmlns:a="http://schemas.openxmlformats.org/drawingml/2006/main">
              <a:ext uri="{FF2B5EF4-FFF2-40B4-BE49-F238E27FC236}">
                <a16:creationId xmlns:a16="http://schemas.microsoft.com/office/drawing/2014/main" id="{5A30A533-34DC-4B33-AB1F-0312B16F3F74}"/>
              </a:ext>
            </a:extLst>
          </p:cNvPr>
          <p:cNvSpPr>
            <a:spLocks xmlns:a="http://schemas.openxmlformats.org/drawingml/2006/main" noGrp="1"/>
          </p:cNvSpPr>
          <p:nvPr/>
        </p:nvSpPr>
        <p:spPr>
          <a:xfrm xmlns:a="http://schemas.openxmlformats.org/drawingml/2006/main">
            <a:off x="6572250" y="2714625"/>
            <a:ext cx="4762500" cy="2809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rmAutofit fontScale="100000"/>
          </a:bodyPr>
          <a:lstStyle xmlns:a="http://schemas.openxmlformats.org/drawingml/2006/main"/>
          <a:p xmlns:a="http://schemas.openxmlformats.org/drawingml/2006/main">
            <a:pPr marL="26" indent="-14">
              <a:lnSpc>
                <a:spcPct val="102000"/>
              </a:lnSpc>
              <a:spcAft>
                <a:spcPts val="12"/>
              </a:spcAft>
              <a:buNone/>
              <a:defRPr sz="1650">
                <a:solidFill>
                  <a:srgbClr val="172A3A"/>
                </a:solidFill>
                <a:latin typeface="Tahoma"/>
                <a:ea typeface="Tahoma"/>
                <a:cs typeface="Tahoma"/>
              </a:defRPr>
            </a:pPr>
            <a:r>
              <a:rPr sz="1650">
                <a:solidFill>
                  <a:srgbClr val="172A3A"/>
                </a:solidFill>
                <a:latin typeface="Tahoma"/>
                <a:ea typeface="Tahoma"/>
                <a:cs typeface="Tahoma"/>
              </a:rPr>
              <a:t>• วัด message-level trade-off ได้</a:t>
            </a:r>
          </a:p>
          <a:p xmlns:a="http://schemas.openxmlformats.org/drawingml/2006/main">
            <a:pPr marL="26" indent="-14">
              <a:lnSpc>
                <a:spcPct val="102000"/>
              </a:lnSpc>
              <a:spcAft>
                <a:spcPts val="12"/>
              </a:spcAft>
              <a:buNone/>
              <a:defRPr sz="1650">
                <a:solidFill>
                  <a:srgbClr val="172A3A"/>
                </a:solidFill>
                <a:latin typeface="Tahoma"/>
                <a:ea typeface="Tahoma"/>
                <a:cs typeface="Tahoma"/>
              </a:defRPr>
            </a:pPr>
            <a:r>
              <a:rPr sz="1650">
                <a:solidFill>
                  <a:srgbClr val="172A3A"/>
                </a:solidFill>
                <a:latin typeface="Tahoma"/>
                <a:ea typeface="Tahoma"/>
                <a:cs typeface="Tahoma"/>
              </a:rPr>
              <a:t>• Wireshark + status ตรวจบน wire</a:t>
            </a:r>
          </a:p>
          <a:p xmlns:a="http://schemas.openxmlformats.org/drawingml/2006/main">
            <a:pPr marL="26" indent="-14">
              <a:lnSpc>
                <a:spcPct val="102000"/>
              </a:lnSpc>
              <a:spcAft>
                <a:spcPts val="12"/>
              </a:spcAft>
              <a:buNone/>
              <a:defRPr sz="1650">
                <a:solidFill>
                  <a:srgbClr val="172A3A"/>
                </a:solidFill>
                <a:latin typeface="Tahoma"/>
                <a:ea typeface="Tahoma"/>
                <a:cs typeface="Tahoma"/>
              </a:defRPr>
            </a:pPr>
            <a:r>
              <a:rPr sz="1650">
                <a:solidFill>
                  <a:srgbClr val="172A3A"/>
                </a:solidFill>
                <a:latin typeface="Tahoma"/>
                <a:ea typeface="Tahoma"/>
                <a:cs typeface="Tahoma"/>
              </a:rPr>
              <a:t>• ไม่มี encryption / authentication</a:t>
            </a:r>
          </a:p>
          <a:p xmlns:a="http://schemas.openxmlformats.org/drawingml/2006/main">
            <a:pPr marL="26" indent="-14">
              <a:lnSpc>
                <a:spcPct val="102000"/>
              </a:lnSpc>
              <a:spcAft>
                <a:spcPts val="12"/>
              </a:spcAft>
              <a:buNone/>
              <a:defRPr sz="1650">
                <a:solidFill>
                  <a:srgbClr val="172A3A"/>
                </a:solidFill>
                <a:latin typeface="Tahoma"/>
                <a:ea typeface="Tahoma"/>
                <a:cs typeface="Tahoma"/>
              </a:defRPr>
            </a:pPr>
            <a:r>
              <a:rPr sz="1650">
                <a:solidFill>
                  <a:srgbClr val="172A3A"/>
                </a:solidFill>
                <a:latin typeface="Tahoma"/>
                <a:ea typeface="Tahoma"/>
                <a:cs typeface="Tahoma"/>
              </a:rPr>
              <a:t>• ไม่มี congestion control / persistent state</a:t>
            </a:r>
          </a:p>
          <a:p xmlns:a="http://schemas.openxmlformats.org/drawingml/2006/main">
            <a:pPr marL="26" indent="-14">
              <a:lnSpc>
                <a:spcPct val="102000"/>
              </a:lnSpc>
              <a:spcAft>
                <a:spcPts val="12"/>
              </a:spcAft>
              <a:buNone/>
              <a:defRPr sz="1650">
                <a:solidFill>
                  <a:srgbClr val="172A3A"/>
                </a:solidFill>
                <a:latin typeface="Tahoma"/>
                <a:ea typeface="Tahoma"/>
                <a:cs typeface="Tahoma"/>
              </a:defRPr>
            </a:pPr>
            <a:r>
              <a:rPr sz="1650">
                <a:solidFill>
                  <a:srgbClr val="172A3A"/>
                </a:solidFill>
                <a:latin typeface="Tahoma"/>
                <a:ea typeface="Tahoma"/>
                <a:cs typeface="Tahoma"/>
              </a:rPr>
              <a:t>• prototype เพื่อการเรียน ไม่ใช่มาตรฐาน</a:t>
            </a:r>
          </a:p>
        </p:txBody>
      </p:sp>
      <p:sp>
        <p:nvSpPr>
          <p:cNvPr id="13" name="">
            <a:extLst xmlns:a="http://schemas.openxmlformats.org/drawingml/2006/main">
              <a:ext uri="{FF2B5EF4-FFF2-40B4-BE49-F238E27FC236}">
                <a16:creationId xmlns:a16="http://schemas.microsoft.com/office/drawing/2014/main" id="{6C93ADC4-6676-4109-8367-71F75CC0E699}"/>
              </a:ext>
            </a:extLst>
          </p:cNvPr>
          <p:cNvSpPr>
            <a:spLocks xmlns:a="http://schemas.openxmlformats.org/drawingml/2006/main" noGrp="1"/>
          </p:cNvSpPr>
          <p:nvPr/>
        </p:nvSpPr>
        <p:spPr>
          <a:xfrm xmlns:a="http://schemas.openxmlformats.org/drawingml/2006/main">
            <a:off x="2571750" y="5715000"/>
            <a:ext cx="7048500" cy="400050"/>
          </a:xfrm>
          <a:prstGeom xmlns:a="http://schemas.openxmlformats.org/drawingml/2006/main" prst="roundRect">
            <a:avLst>
              <a:gd name="adj" fmla="val 19048"/>
            </a:avLst>
          </a:prstGeom>
          <a:solidFill xmlns:a="http://schemas.openxmlformats.org/drawingml/2006/main">
            <a:srgbClr val="E8F6F4"/>
          </a:solidFill>
          <a:ln xmlns:a="http://schemas.openxmlformats.org/drawingml/2006/main" w="9525">
            <a:solidFill>
              <a:srgbClr val="00A6A6"/>
            </a:solidFill>
            <a:prstDash val="solid"/>
          </a:ln>
        </p:spPr>
      </p:sp>
      <p:sp>
        <p:nvSpPr>
          <p:cNvPr id="14" name="">
            <a:extLst xmlns:a="http://schemas.openxmlformats.org/drawingml/2006/main">
              <a:ext uri="{FF2B5EF4-FFF2-40B4-BE49-F238E27FC236}">
                <a16:creationId xmlns:a16="http://schemas.microsoft.com/office/drawing/2014/main" id="{989B7A76-8A91-4472-BCE1-0727722D9B04}"/>
              </a:ext>
            </a:extLst>
          </p:cNvPr>
          <p:cNvSpPr>
            <a:spLocks xmlns:a="http://schemas.openxmlformats.org/drawingml/2006/main" noGrp="1"/>
          </p:cNvSpPr>
          <p:nvPr/>
        </p:nvSpPr>
        <p:spPr>
          <a:xfrm xmlns:a="http://schemas.openxmlformats.org/drawingml/2006/main">
            <a:off x="2762250" y="5791200"/>
            <a:ext cx="666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0000"/>
              </a:lnSpc>
              <a:buNone/>
              <a:defRPr sz="1575" b="1">
                <a:solidFill>
                  <a:srgbClr val="0B1F33"/>
                </a:solidFill>
                <a:latin typeface="Tahoma"/>
                <a:ea typeface="Tahoma"/>
                <a:cs typeface="Tahoma"/>
              </a:defRPr>
            </a:pPr>
            <a:r>
              <a:rPr sz="1575" b="1">
                <a:solidFill>
                  <a:srgbClr val="0B1F33"/>
                </a:solidFill>
                <a:latin typeface="Tahoma"/>
                <a:ea typeface="Tahoma"/>
                <a:cs typeface="Tahoma"/>
              </a:rPr>
              <a:t>Claim ที่ถูกต้อง: DART ให้ trade-off แบบหนึ่งภายใต้ method ที่ระบุ</a:t>
            </a:r>
          </a:p>
        </p:txBody>
      </p:sp>
    </p:spTree>
    <p:extLst>
      <p:ext uri="{BB962C8B-B14F-4D97-AF65-F5344CB8AC3E}">
        <p14:creationId xmlns:p14="http://schemas.microsoft.com/office/powerpoint/2010/main" val="2033877670"/>
      </p:ext>
    </p:extLst>
  </p:cSld>
</p:sld>
</file>

<file path=ppt/slides/slide15.xml><?xml version="1.0" encoding="utf-8"?>
<p:sld xmlns:p="http://schemas.openxmlformats.org/presentationml/2006/main">
  <p:cSld>
    <p:bg>
      <p:bgPr>
        <a:solidFill xmlns:a="http://schemas.openxmlformats.org/drawingml/2006/main">
          <a:srgbClr val="0B1F33"/>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89484C1-6E7B-47D7-9DC8-A880C66E39D5}"/>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00A6A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4DB67A9-314A-4579-AE2E-08DE44B24357}"/>
              </a:ext>
            </a:extLst>
          </p:cNvPr>
          <p:cNvSpPr>
            <a:spLocks xmlns:a="http://schemas.openxmlformats.org/drawingml/2006/main" noGrp="1"/>
          </p:cNvSpPr>
          <p:nvPr/>
        </p:nvSpPr>
        <p:spPr>
          <a:xfrm xmlns:a="http://schemas.openxmlformats.org/drawingml/2006/main">
            <a:off x="133350" y="0"/>
            <a:ext cx="12058650" cy="57150"/>
          </a:xfrm>
          <a:prstGeom xmlns:a="http://schemas.openxmlformats.org/drawingml/2006/main" prst="rect">
            <a:avLst/>
          </a:prstGeom>
          <a:solidFill xmlns:a="http://schemas.openxmlformats.org/drawingml/2006/main">
            <a:srgbClr val="FF6B5E"/>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378A015-62CB-4886-AA6F-6530EC49BA03}"/>
              </a:ext>
            </a:extLst>
          </p:cNvPr>
          <p:cNvSpPr>
            <a:spLocks xmlns:a="http://schemas.openxmlformats.org/drawingml/2006/main" noGrp="1"/>
          </p:cNvSpPr>
          <p:nvPr/>
        </p:nvSpPr>
        <p:spPr>
          <a:xfrm xmlns:a="http://schemas.openxmlformats.org/drawingml/2006/main">
            <a:off x="838200" y="1000125"/>
            <a:ext cx="7429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4200" b="1">
                <a:solidFill>
                  <a:srgbClr val="FFFFFF"/>
                </a:solidFill>
                <a:latin typeface="Tahoma"/>
                <a:ea typeface="Tahoma"/>
                <a:cs typeface="Tahoma"/>
              </a:defRPr>
            </a:pPr>
            <a:r>
              <a:rPr sz="4200" b="1">
                <a:solidFill>
                  <a:srgbClr val="FFFFFF"/>
                </a:solidFill>
                <a:latin typeface="Tahoma"/>
                <a:ea typeface="Tahoma"/>
                <a:cs typeface="Tahoma"/>
              </a:rPr>
              <a:t>DART ทำให้ reliability</a:t>
            </a:r>
          </a:p>
          <a:p xmlns:a="http://schemas.openxmlformats.org/drawingml/2006/main">
            <a:pPr algn="l">
              <a:lnSpc>
                <a:spcPct val="105000"/>
              </a:lnSpc>
              <a:buNone/>
              <a:defRPr sz="4200" b="1">
                <a:solidFill>
                  <a:srgbClr val="FFFFFF"/>
                </a:solidFill>
                <a:latin typeface="Tahoma"/>
                <a:ea typeface="Tahoma"/>
                <a:cs typeface="Tahoma"/>
              </a:defRPr>
            </a:pPr>
            <a:r>
              <a:rPr sz="4200" b="1">
                <a:solidFill>
                  <a:srgbClr val="FFFFFF"/>
                </a:solidFill>
                <a:latin typeface="Tahoma"/>
                <a:ea typeface="Tahoma"/>
                <a:cs typeface="Tahoma"/>
              </a:rPr>
              <a:t>เป็นตัวเลือกของข้อความ</a:t>
            </a:r>
          </a:p>
        </p:txBody>
      </p:sp>
      <p:sp>
        <p:nvSpPr>
          <p:cNvPr id="4" name="">
            <a:extLst xmlns:a="http://schemas.openxmlformats.org/drawingml/2006/main">
              <a:ext uri="{FF2B5EF4-FFF2-40B4-BE49-F238E27FC236}">
                <a16:creationId xmlns:a16="http://schemas.microsoft.com/office/drawing/2014/main" id="{60D4DCB1-F691-4486-9EDF-F9C9BD019395}"/>
              </a:ext>
            </a:extLst>
          </p:cNvPr>
          <p:cNvSpPr>
            <a:spLocks xmlns:a="http://schemas.openxmlformats.org/drawingml/2006/main" noGrp="1"/>
          </p:cNvSpPr>
          <p:nvPr/>
        </p:nvSpPr>
        <p:spPr>
          <a:xfrm xmlns:a="http://schemas.openxmlformats.org/drawingml/2006/main">
            <a:off x="838200" y="2905125"/>
            <a:ext cx="8096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2100" b="1">
                <a:solidFill>
                  <a:srgbClr val="43D5C9"/>
                </a:solidFill>
                <a:latin typeface="Tahoma"/>
                <a:ea typeface="Tahoma"/>
                <a:cs typeface="Tahoma"/>
              </a:defRPr>
            </a:pPr>
            <a:r>
              <a:rPr sz="2100" b="1">
                <a:solidFill>
                  <a:srgbClr val="43D5C9"/>
                </a:solidFill>
                <a:latin typeface="Tahoma"/>
                <a:ea typeface="Tahoma"/>
                <a:cs typeface="Tahoma"/>
              </a:rPr>
              <a:t>ปกติให้เบา • ล่าสุดให้สด • เหตุสำคัญให้ยืนยัน</a:t>
            </a:r>
          </a:p>
        </p:txBody>
      </p:sp>
      <p:sp>
        <p:nvSpPr>
          <p:cNvPr id="5" name="">
            <a:extLst xmlns:a="http://schemas.openxmlformats.org/drawingml/2006/main">
              <a:ext uri="{FF2B5EF4-FFF2-40B4-BE49-F238E27FC236}">
                <a16:creationId xmlns:a16="http://schemas.microsoft.com/office/drawing/2014/main" id="{7E56DEE0-88EB-46C4-BB75-8D66A9DD6E34}"/>
              </a:ext>
            </a:extLst>
          </p:cNvPr>
          <p:cNvSpPr>
            <a:spLocks xmlns:a="http://schemas.openxmlformats.org/drawingml/2006/main" noGrp="1"/>
          </p:cNvSpPr>
          <p:nvPr/>
        </p:nvSpPr>
        <p:spPr>
          <a:xfrm xmlns:a="http://schemas.openxmlformats.org/drawingml/2006/main">
            <a:off x="838200" y="3714750"/>
            <a:ext cx="10477500" cy="19050"/>
          </a:xfrm>
          <a:prstGeom xmlns:a="http://schemas.openxmlformats.org/drawingml/2006/main" prst="rect">
            <a:avLst/>
          </a:prstGeom>
          <a:solidFill xmlns:a="http://schemas.openxmlformats.org/drawingml/2006/main">
            <a:srgbClr val="29485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76CCA92-CF7D-43F0-8FF5-4AD2A40568D4}"/>
              </a:ext>
            </a:extLst>
          </p:cNvPr>
          <p:cNvSpPr>
            <a:spLocks xmlns:a="http://schemas.openxmlformats.org/drawingml/2006/main" noGrp="1"/>
          </p:cNvSpPr>
          <p:nvPr/>
        </p:nvSpPr>
        <p:spPr>
          <a:xfrm xmlns:a="http://schemas.openxmlformats.org/drawingml/2006/main">
            <a:off x="838200" y="4095750"/>
            <a:ext cx="1428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650" b="1">
                <a:solidFill>
                  <a:srgbClr val="FF6B5E"/>
                </a:solidFill>
                <a:latin typeface="Tahoma"/>
                <a:ea typeface="Tahoma"/>
                <a:cs typeface="Tahoma"/>
              </a:defRPr>
            </a:pPr>
            <a:r>
              <a:rPr sz="1650" b="1">
                <a:solidFill>
                  <a:srgbClr val="FF6B5E"/>
                </a:solidFill>
                <a:latin typeface="Tahoma"/>
                <a:ea typeface="Tahoma"/>
                <a:cs typeface="Tahoma"/>
              </a:rPr>
              <a:t>ลองเอง</a:t>
            </a:r>
          </a:p>
        </p:txBody>
      </p:sp>
      <p:sp>
        <p:nvSpPr>
          <p:cNvPr id="7" name="">
            <a:extLst xmlns:a="http://schemas.openxmlformats.org/drawingml/2006/main">
              <a:ext uri="{FF2B5EF4-FFF2-40B4-BE49-F238E27FC236}">
                <a16:creationId xmlns:a16="http://schemas.microsoft.com/office/drawing/2014/main" id="{56300756-C092-44C3-9543-2FDA7FE55DC1}"/>
              </a:ext>
            </a:extLst>
          </p:cNvPr>
          <p:cNvSpPr>
            <a:spLocks xmlns:a="http://schemas.openxmlformats.org/drawingml/2006/main" noGrp="1"/>
          </p:cNvSpPr>
          <p:nvPr/>
        </p:nvSpPr>
        <p:spPr>
          <a:xfrm xmlns:a="http://schemas.openxmlformats.org/drawingml/2006/main">
            <a:off x="2333625" y="4048125"/>
            <a:ext cx="4953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2000"/>
              </a:lnSpc>
              <a:buNone/>
              <a:defRPr sz="1650" b="0">
                <a:solidFill>
                  <a:srgbClr val="FFFFFF"/>
                </a:solidFill>
                <a:latin typeface="Courier New"/>
                <a:ea typeface="Courier New"/>
                <a:cs typeface="Courier New"/>
              </a:defRPr>
            </a:pPr>
            <a:r>
              <a:rPr sz="1650" b="0">
                <a:solidFill>
                  <a:srgbClr val="FFFFFF"/>
                </a:solidFill>
                <a:latin typeface="Courier New"/>
                <a:ea typeface="Courier New"/>
                <a:cs typeface="Courier New"/>
              </a:rPr>
              <a:t>python3 -B demo.py</a:t>
            </a:r>
          </a:p>
          <a:p xmlns:a="http://schemas.openxmlformats.org/drawingml/2006/main">
            <a:pPr algn="l">
              <a:lnSpc>
                <a:spcPct val="122000"/>
              </a:lnSpc>
              <a:buNone/>
              <a:defRPr sz="1650" b="0">
                <a:solidFill>
                  <a:srgbClr val="FFFFFF"/>
                </a:solidFill>
                <a:latin typeface="Courier New"/>
                <a:ea typeface="Courier New"/>
                <a:cs typeface="Courier New"/>
              </a:defRPr>
            </a:pPr>
            <a:r>
              <a:rPr sz="1650" b="0">
                <a:solidFill>
                  <a:srgbClr val="FFFFFF"/>
                </a:solidFill>
                <a:latin typeface="Courier New"/>
                <a:ea typeface="Courier New"/>
                <a:cs typeface="Courier New"/>
              </a:rPr>
              <a:t>python3 -B benchmark.py --quick</a:t>
            </a:r>
          </a:p>
          <a:p xmlns:a="http://schemas.openxmlformats.org/drawingml/2006/main">
            <a:pPr algn="l">
              <a:lnSpc>
                <a:spcPct val="122000"/>
              </a:lnSpc>
              <a:buNone/>
              <a:defRPr sz="1650" b="0">
                <a:solidFill>
                  <a:srgbClr val="FFFFFF"/>
                </a:solidFill>
                <a:latin typeface="Courier New"/>
                <a:ea typeface="Courier New"/>
                <a:cs typeface="Courier New"/>
              </a:defRPr>
            </a:pPr>
            <a:r>
              <a:rPr sz="1650" b="0">
                <a:solidFill>
                  <a:srgbClr val="FFFFFF"/>
                </a:solidFill>
                <a:latin typeface="Courier New"/>
                <a:ea typeface="Courier New"/>
                <a:cs typeface="Courier New"/>
              </a:rPr>
              <a:t>wireshark/dart.lua</a:t>
            </a:r>
          </a:p>
        </p:txBody>
      </p:sp>
      <p:sp>
        <p:nvSpPr>
          <p:cNvPr id="8" name="">
            <a:extLst xmlns:a="http://schemas.openxmlformats.org/drawingml/2006/main">
              <a:ext uri="{FF2B5EF4-FFF2-40B4-BE49-F238E27FC236}">
                <a16:creationId xmlns:a16="http://schemas.microsoft.com/office/drawing/2014/main" id="{12249F5F-1853-4730-81D2-0EFCB3DBDD4C}"/>
              </a:ext>
            </a:extLst>
          </p:cNvPr>
          <p:cNvSpPr>
            <a:spLocks xmlns:a="http://schemas.openxmlformats.org/drawingml/2006/main" noGrp="1"/>
          </p:cNvSpPr>
          <p:nvPr/>
        </p:nvSpPr>
        <p:spPr>
          <a:xfrm xmlns:a="http://schemas.openxmlformats.org/drawingml/2006/main">
            <a:off x="8572500" y="4095750"/>
            <a:ext cx="2476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0000"/>
              </a:lnSpc>
              <a:buNone/>
              <a:defRPr sz="4050" b="1">
                <a:solidFill>
                  <a:srgbClr val="FFFFFF"/>
                </a:solidFill>
                <a:latin typeface="Tahoma"/>
                <a:ea typeface="Tahoma"/>
                <a:cs typeface="Tahoma"/>
              </a:defRPr>
            </a:pPr>
            <a:r>
              <a:rPr sz="4050" b="1">
                <a:solidFill>
                  <a:srgbClr val="FFFFFF"/>
                </a:solidFill>
                <a:latin typeface="Tahoma"/>
                <a:ea typeface="Tahoma"/>
                <a:cs typeface="Tahoma"/>
              </a:rPr>
              <a:t>Q&amp;A</a:t>
            </a:r>
          </a:p>
        </p:txBody>
      </p:sp>
      <p:sp>
        <p:nvSpPr>
          <p:cNvPr id="9" name="">
            <a:extLst xmlns:a="http://schemas.openxmlformats.org/drawingml/2006/main">
              <a:ext uri="{FF2B5EF4-FFF2-40B4-BE49-F238E27FC236}">
                <a16:creationId xmlns:a16="http://schemas.microsoft.com/office/drawing/2014/main" id="{D95C8CC0-4DF7-43EC-8676-A3F446717A19}"/>
              </a:ext>
            </a:extLst>
          </p:cNvPr>
          <p:cNvSpPr>
            <a:spLocks xmlns:a="http://schemas.openxmlformats.org/drawingml/2006/main" noGrp="1"/>
          </p:cNvSpPr>
          <p:nvPr/>
        </p:nvSpPr>
        <p:spPr>
          <a:xfrm xmlns:a="http://schemas.openxmlformats.org/drawingml/2006/main">
            <a:off x="838200" y="5572125"/>
            <a:ext cx="7429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200" b="0">
                <a:solidFill>
                  <a:srgbClr val="BFD7DF"/>
                </a:solidFill>
                <a:latin typeface="Tahoma"/>
                <a:ea typeface="Tahoma"/>
                <a:cs typeface="Tahoma"/>
              </a:defRPr>
            </a:pPr>
            <a:r>
              <a:rPr sz="1200" b="0">
                <a:solidFill>
                  <a:srgbClr val="BFD7DF"/>
                </a:solidFill>
                <a:latin typeface="Tahoma"/>
                <a:ea typeface="Tahoma"/>
                <a:cs typeface="Tahoma"/>
              </a:rPr>
              <a:t>01418351 • เมตัส พานิช กายย์ • 6710405460</a:t>
            </a:r>
          </a:p>
        </p:txBody>
      </p:sp>
      <p:sp>
        <p:nvSpPr>
          <p:cNvPr id="10" name="">
            <a:extLst xmlns:a="http://schemas.openxmlformats.org/drawingml/2006/main">
              <a:ext uri="{FF2B5EF4-FFF2-40B4-BE49-F238E27FC236}">
                <a16:creationId xmlns:a16="http://schemas.microsoft.com/office/drawing/2014/main" id="{F3C09D9D-4B16-401B-A51C-6F1F84CE16A4}"/>
              </a:ext>
            </a:extLst>
          </p:cNvPr>
          <p:cNvSpPr>
            <a:spLocks xmlns:a="http://schemas.openxmlformats.org/drawingml/2006/main" noGrp="1"/>
          </p:cNvSpPr>
          <p:nvPr/>
        </p:nvSpPr>
        <p:spPr>
          <a:xfrm xmlns:a="http://schemas.openxmlformats.org/drawingml/2006/main">
            <a:off x="838200" y="5857875"/>
            <a:ext cx="7429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975" b="0">
                <a:solidFill>
                  <a:srgbClr val="BFD7DF"/>
                </a:solidFill>
                <a:latin typeface="Tahoma"/>
                <a:ea typeface="Tahoma"/>
                <a:cs typeface="Tahoma"/>
              </a:defRPr>
            </a:pPr>
            <a:r>
              <a:rPr sz="975" b="0">
                <a:solidFill>
                  <a:srgbClr val="BFD7DF"/>
                </a:solidFill>
                <a:latin typeface="Tahoma"/>
                <a:ea typeface="Tahoma"/>
                <a:cs typeface="Tahoma"/>
              </a:rPr>
              <a:t>Computer Communications and Cloud Computing Principles</a:t>
            </a:r>
          </a:p>
        </p:txBody>
      </p:sp>
      <p:sp>
        <p:nvSpPr>
          <p:cNvPr id="11" name="">
            <a:extLst xmlns:a="http://schemas.openxmlformats.org/drawingml/2006/main">
              <a:ext uri="{FF2B5EF4-FFF2-40B4-BE49-F238E27FC236}">
                <a16:creationId xmlns:a16="http://schemas.microsoft.com/office/drawing/2014/main" id="{A1FD31AB-0DF9-4982-8F4F-7280A5FDAD61}"/>
              </a:ext>
            </a:extLst>
          </p:cNvPr>
          <p:cNvSpPr>
            <a:spLocks xmlns:a="http://schemas.openxmlformats.org/drawingml/2006/main" noGrp="1"/>
          </p:cNvSpPr>
          <p:nvPr/>
        </p:nvSpPr>
        <p:spPr>
          <a:xfrm xmlns:a="http://schemas.openxmlformats.org/drawingml/2006/main">
            <a:off x="685800" y="6362700"/>
            <a:ext cx="10820400" cy="9525"/>
          </a:xfrm>
          <a:prstGeom xmlns:a="http://schemas.openxmlformats.org/drawingml/2006/main" prst="rect">
            <a:avLst/>
          </a:prstGeom>
          <a:solidFill xmlns:a="http://schemas.openxmlformats.org/drawingml/2006/main">
            <a:srgbClr val="29485B"/>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0DF795C-8D72-47B5-B593-89AF58336E05}"/>
              </a:ext>
            </a:extLst>
          </p:cNvPr>
          <p:cNvSpPr>
            <a:spLocks xmlns:a="http://schemas.openxmlformats.org/drawingml/2006/main" noGrp="1"/>
          </p:cNvSpPr>
          <p:nvPr/>
        </p:nvSpPr>
        <p:spPr>
          <a:xfrm xmlns:a="http://schemas.openxmlformats.org/drawingml/2006/main">
            <a:off x="685800" y="64579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050" b="1">
                <a:solidFill>
                  <a:srgbClr val="BFD7DF"/>
                </a:solidFill>
                <a:latin typeface="Tahoma"/>
                <a:ea typeface="Tahoma"/>
                <a:cs typeface="Tahoma"/>
              </a:defRPr>
            </a:pPr>
            <a:r>
              <a:rPr sz="1050" b="1">
                <a:solidFill>
                  <a:srgbClr val="BFD7DF"/>
                </a:solidFill>
                <a:latin typeface="Tahoma"/>
                <a:ea typeface="Tahoma"/>
                <a:cs typeface="Tahoma"/>
              </a:rPr>
              <a:t>DART v1</a:t>
            </a:r>
          </a:p>
        </p:txBody>
      </p:sp>
      <p:sp>
        <p:nvSpPr>
          <p:cNvPr id="13" name="">
            <a:extLst xmlns:a="http://schemas.openxmlformats.org/drawingml/2006/main">
              <a:ext uri="{FF2B5EF4-FFF2-40B4-BE49-F238E27FC236}">
                <a16:creationId xmlns:a16="http://schemas.microsoft.com/office/drawing/2014/main" id="{4115ED4A-00BC-4066-984C-7C1AFE08B4D0}"/>
              </a:ext>
            </a:extLst>
          </p:cNvPr>
          <p:cNvSpPr>
            <a:spLocks xmlns:a="http://schemas.openxmlformats.org/drawingml/2006/main" noGrp="1"/>
          </p:cNvSpPr>
          <p:nvPr/>
        </p:nvSpPr>
        <p:spPr>
          <a:xfrm xmlns:a="http://schemas.openxmlformats.org/drawingml/2006/main">
            <a:off x="10763250" y="6457950"/>
            <a:ext cx="742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0000"/>
              </a:lnSpc>
              <a:buNone/>
              <a:defRPr sz="1050" b="1">
                <a:solidFill>
                  <a:srgbClr val="BFD7DF"/>
                </a:solidFill>
                <a:latin typeface="Tahoma"/>
                <a:ea typeface="Tahoma"/>
                <a:cs typeface="Tahoma"/>
              </a:defRPr>
            </a:pPr>
            <a:r>
              <a:rPr sz="1050" b="1">
                <a:solidFill>
                  <a:srgbClr val="BFD7DF"/>
                </a:solidFill>
                <a:latin typeface="Tahoma"/>
                <a:ea typeface="Tahoma"/>
                <a:cs typeface="Tahoma"/>
              </a:rPr>
              <a:t>15</a:t>
            </a:r>
          </a:p>
        </p:txBody>
      </p:sp>
    </p:spTree>
    <p:extLst>
      <p:ext uri="{BB962C8B-B14F-4D97-AF65-F5344CB8AC3E}">
        <p14:creationId xmlns:p14="http://schemas.microsoft.com/office/powerpoint/2010/main" val="1314411718"/>
      </p:ext>
    </p:extLst>
  </p:cSld>
</p:sld>
</file>

<file path=ppt/theme/theme1.xml><?xml version="1.0" encoding="utf-8"?>
<a:theme xmlns:a="http://schemas.openxmlformats.org/drawingml/2006/main" name="DART Technical">
  <a:themeElements>
    <a:clrScheme name="DART Technical">
      <a:dk1>
        <a:srgbClr val="000000"/>
      </a:dk1>
      <a:lt1>
        <a:srgbClr val="FFFFFF"/>
      </a:lt1>
      <a:dk2>
        <a:srgbClr val="0E2841"/>
      </a:dk2>
      <a:lt2>
        <a:srgbClr val="E8E8E8"/>
      </a:lt2>
      <a:accent1>
        <a:srgbClr val="00A6A6"/>
      </a:accent1>
      <a:accent2>
        <a:srgbClr val="FF6B5E"/>
      </a:accent2>
      <a:accent3>
        <a:srgbClr val="27AE60"/>
      </a:accent3>
      <a:accent4>
        <a:srgbClr val="43D5C9"/>
      </a:accent4>
      <a:accent5>
        <a:srgbClr val="5E7182"/>
      </a:accent5>
      <a:accent6>
        <a:srgbClr val="F5A623"/>
      </a:accent6>
      <a:hlink>
        <a:srgbClr val="1565C0"/>
      </a:hlink>
      <a:folHlink>
        <a:srgbClr val="7B1FA2"/>
      </a:folHlink>
    </a:clrScheme>
    <a:fontScheme name="Office">
      <a:majorFont>
        <a:latin typeface="Calibri Light"/>
        <a:ea typeface="Calibri Light"/>
        <a:cs typeface="Calibri Light"/>
      </a:majorFont>
      <a:minorFont>
        <a:latin typeface="Calibri"/>
        <a:ea typeface="Calibri"/>
        <a:cs typeface="Calibri"/>
      </a:minorFont>
    </a:fontScheme>
    <a:fmtScheme name="DART Technical">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xmlns:vt="http://schemas.openxmlformats.org/officeDocument/2006/docPropsVTypes">
  <Application>DART Presentation Build</Application>
  <PresentationFormat>On-screen Show (16:9)</PresentationFormat>
  <Slides>15</Slides>
  <Notes>15</Notes>
  <HiddenSlides>0</HiddenSlides>
  <SharedDoc>false</SharedDoc>
  <DocSecurity>0</DocSecurity>
</Properties>
</file>

<file path=docProps/core.xml><?xml version="1.0" encoding="utf-8"?>
<cp:coreProperties xmlns:cp="http://schemas.openxmlformats.org/package/2006/metadata/core-properties" xmlns:dc="http://purl.org/dc/elements/1.1/" xmlns:dcterms="http://purl.org/dc/terms/" xmlns:xsi="http://www.w3.org/2001/XMLSchema-instance">
  <dc:title>DART v1 — Deadline-Aware Reliable Telemetry</dc:title>
  <dc:subject>01418351 Computer Communications and Cloud Computing Principles — Project 1: Socket Programming</dc:subject>
  <dc:creator>เมตัส พานิช กายย์</dc:creator>
  <cp:keywords>DART, UDP, telemetry, 01418351, 6710405460</cp:keywords>
  <dc:description>Protocol presentation by เมตัส พานิช กายย์, student ID 6710405460</dc:description>
  <cp:lastModifiedBy>เมตัส พานิช กายย์</cp:lastModifiedBy>
  <cp:revision>1</cp:revision>
  <dcterms:created xsi:type="dcterms:W3CDTF">2026-08-28T07:02:27Z</dcterms:created>
  <dcterms:modified xsi:type="dcterms:W3CDTF">2026-08-28T07:10:00Z</dcterms:modified>
</cp:coreProperties>
</file>